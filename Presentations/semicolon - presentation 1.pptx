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3" r:id="rId7"/>
    <p:sldId id="272" r:id="rId8"/>
    <p:sldId id="274" r:id="rId9"/>
    <p:sldId id="275" r:id="rId10"/>
    <p:sldId id="260" r:id="rId11"/>
    <p:sldId id="279" r:id="rId12"/>
    <p:sldId id="276" r:id="rId13"/>
    <p:sldId id="277" r:id="rId14"/>
    <p:sldId id="278" r:id="rId15"/>
    <p:sldId id="261" r:id="rId16"/>
    <p:sldId id="280" r:id="rId17"/>
    <p:sldId id="281" r:id="rId18"/>
    <p:sldId id="262" r:id="rId19"/>
    <p:sldId id="282" r:id="rId20"/>
    <p:sldId id="263" r:id="rId21"/>
    <p:sldId id="283" r:id="rId22"/>
    <p:sldId id="284" r:id="rId23"/>
    <p:sldId id="285" r:id="rId24"/>
    <p:sldId id="286" r:id="rId25"/>
    <p:sldId id="288" r:id="rId26"/>
    <p:sldId id="289" r:id="rId27"/>
    <p:sldId id="265" r:id="rId28"/>
    <p:sldId id="290" r:id="rId29"/>
    <p:sldId id="291" r:id="rId30"/>
    <p:sldId id="292" r:id="rId31"/>
    <p:sldId id="293" r:id="rId32"/>
    <p:sldId id="266" r:id="rId33"/>
    <p:sldId id="294" r:id="rId34"/>
    <p:sldId id="296" r:id="rId35"/>
    <p:sldId id="295" r:id="rId36"/>
    <p:sldId id="267" r:id="rId37"/>
    <p:sldId id="298" r:id="rId38"/>
    <p:sldId id="297" r:id="rId39"/>
    <p:sldId id="268" r:id="rId40"/>
    <p:sldId id="299" r:id="rId41"/>
    <p:sldId id="270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1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F682-AABB-4105-AE72-494D447A4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6E59E-C352-4B0C-87F7-BDB536E7E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A19E6-A5D5-4C7E-8B3F-40FBD07A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D1EC0-BAD9-483C-A5F1-15A3D87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5602B-C417-4EF7-8F8B-755560F2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275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86E3-4810-405A-95D9-3046D93D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AA65B-A201-4A62-B971-1455DC4B8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164F7-59E5-494A-8C1B-B2CACF2D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7221B-906B-46EF-90AF-E803DF33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0757A-5ACB-49C2-85F2-DDF8631D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243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09F1-6892-4B63-BB8A-5E91574BE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5038A-34B7-4D18-BA7A-4E37D66B9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0A84A-1E45-4431-A698-1BD8339A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89054-515D-4741-BC55-C20F1E1E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1D13F-96EB-4F8F-98E1-794EE944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717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F59E0-6962-4637-87E3-D4CD3CDB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5E481-C24E-4D2D-ADCC-213768DD4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91803-C7EB-473A-B336-51B2AD50D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3043E-D12B-4182-90F3-F92BF00B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A0C6D-78AA-4379-913D-88AC4474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9C634-F28B-40AB-8F57-8357D3C8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47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D768-9139-46F9-9F00-FC1FECF7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F40BB-0540-4EF4-8766-97B2106F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539FD-59E6-4022-B077-BDD34AA3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D26E6-768A-4749-BD36-20D6FFB04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F1408-99EF-49C9-BCDF-CBCA3B199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99BA9-A05E-4F26-A15D-E1FB15D9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75516E-9FCC-4039-A045-1C0B422C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92B51-7CFB-411A-96A8-B5FC0494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15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1564-C76D-4594-ACD6-F46A3824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9D3F6-C180-4AED-BF28-672CEB11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ABE86-7F84-4C70-9B36-C006B38A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40B59-B93E-4F16-9A08-B6BF2EA6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448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0D359-AADE-442A-A834-0AA7F665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D40837-8A62-4382-9026-2F0427BD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E80B3-2550-4181-9277-0FFDF747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932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EA6B-888A-4FAE-AB0B-8E71674B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EBDB-F2BA-4169-AD50-7D1A013B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812BE-14F2-45FC-83AC-CDE11CDE6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EAF8A-ADFD-4F71-9789-ECED9564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818AA-D90E-470A-866A-6DFB761E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37A10-0EB8-43F0-82D3-FBA682C0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640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0692-7B70-4B45-A295-91245A87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FF9D7-7822-4328-9E4B-CA064B699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6FAB3-E260-4690-B044-D1F9892B9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F7184-3505-41A0-813F-914992C8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CC9A-06B4-450B-8B63-B3734C4C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827CE-FE72-4F55-A798-B32AB593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469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335F-E3CB-474E-B315-C6D34F46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F7A72-716C-4F61-8EE6-8E4428BC5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FFDB-A16D-4D13-AA66-04A8E266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6C2FC-E8DB-4F2F-946F-BC99ACEB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D8B9C-B3BD-405D-9072-CC80F2BA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293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DD847-E0DA-40C1-B96C-C177E2E3F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A353B-2C9C-4C72-A53D-C39C2D919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4CD7-CB3E-4C7C-BB9F-73FE6237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5CA92-4C18-4CC0-B4B9-15B14EF3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35634-25BD-4890-8B6C-3C88A1CA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717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60E6C-D360-4BA5-BDEF-071681C9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9E662-2FC3-4479-84D0-3441D603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1096C-2E39-441E-8E30-1D51E0F11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36176-F394-46B4-BC01-6E0C50BD9B29}" type="datetimeFigureOut">
              <a:rPr lang="en-CA" smtClean="0"/>
              <a:t>2025-03-31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C4274-2D91-44BD-8C5E-B63A99A9E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F6C48-84C8-441C-B187-3470762C1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A5C19-7F46-410D-80A1-CBD1376A15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906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65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F7460-EF37-4488-A430-A57C881B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76621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D3612B9-2AF7-4960-9532-90F7DAA0FA26}"/>
              </a:ext>
            </a:extLst>
          </p:cNvPr>
          <p:cNvSpPr txBox="1">
            <a:spLocks/>
          </p:cNvSpPr>
          <p:nvPr/>
        </p:nvSpPr>
        <p:spPr>
          <a:xfrm>
            <a:off x="1269389" y="2766217"/>
            <a:ext cx="6693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6AB057-F877-41D4-BA75-308EEEF2987E}"/>
              </a:ext>
            </a:extLst>
          </p:cNvPr>
          <p:cNvSpPr txBox="1">
            <a:spLocks/>
          </p:cNvSpPr>
          <p:nvPr/>
        </p:nvSpPr>
        <p:spPr>
          <a:xfrm>
            <a:off x="-5402943" y="559453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EEA222-9257-40F0-8ABF-31E4982A0BCF}"/>
              </a:ext>
            </a:extLst>
          </p:cNvPr>
          <p:cNvSpPr txBox="1">
            <a:spLocks/>
          </p:cNvSpPr>
          <p:nvPr/>
        </p:nvSpPr>
        <p:spPr>
          <a:xfrm>
            <a:off x="-7609115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;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semicolon;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6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24231 1.48148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;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semicolon;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 Name: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Voice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Presentation Overview: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268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 Name: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Voice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Presentation Overview: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AB7436-87E0-427D-BD8F-5843459DDD5E}"/>
              </a:ext>
            </a:extLst>
          </p:cNvPr>
          <p:cNvSpPr txBox="1">
            <a:spLocks/>
          </p:cNvSpPr>
          <p:nvPr/>
        </p:nvSpPr>
        <p:spPr>
          <a:xfrm>
            <a:off x="838200" y="-1472547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93E97A-A606-4931-B5C8-839B63E29792}"/>
              </a:ext>
            </a:extLst>
          </p:cNvPr>
          <p:cNvSpPr txBox="1">
            <a:spLocks/>
          </p:cNvSpPr>
          <p:nvPr/>
        </p:nvSpPr>
        <p:spPr>
          <a:xfrm>
            <a:off x="838200" y="7811758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;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semicolon;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E3B4E028-2E2A-4894-97C2-5F9555DB326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3C88AB76-658D-457F-BEDE-86F09D1227B1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00125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6F58C3-1EF7-46E1-BD99-603A0A367443}"/>
              </a:ext>
            </a:extLst>
          </p:cNvPr>
          <p:cNvSpPr txBox="1">
            <a:spLocks/>
          </p:cNvSpPr>
          <p:nvPr/>
        </p:nvSpPr>
        <p:spPr>
          <a:xfrm>
            <a:off x="838200" y="-2038604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1A91C2-F572-449B-85C1-1A5C4E0B17BA}"/>
              </a:ext>
            </a:extLst>
          </p:cNvPr>
          <p:cNvSpPr txBox="1">
            <a:spLocks/>
          </p:cNvSpPr>
          <p:nvPr/>
        </p:nvSpPr>
        <p:spPr>
          <a:xfrm>
            <a:off x="13959114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 Name: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Voice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Presentation Overview:</a:t>
            </a:r>
            <a:r>
              <a:rPr lang="en-CA" sz="2000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9D58A10-FD8E-47DC-82BF-D6780DD4AA3B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6BB781C-4DA1-452A-9D0A-5AEC00A3547C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8CECCC-356D-489C-886A-00932592971B}"/>
              </a:ext>
            </a:extLst>
          </p:cNvPr>
          <p:cNvSpPr txBox="1">
            <a:spLocks/>
          </p:cNvSpPr>
          <p:nvPr/>
        </p:nvSpPr>
        <p:spPr>
          <a:xfrm>
            <a:off x="1133475" y="10550768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Radin</a:t>
            </a:r>
            <a:r>
              <a:rPr lang="en-CA" sz="1000" b="1" u="sng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Shahravan</a:t>
            </a:r>
            <a:endParaRPr lang="en-CA" sz="1000" b="1" u="sng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 Lead;</a:t>
            </a: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Communications Manager</a:t>
            </a:r>
          </a:p>
          <a:p>
            <a:pPr algn="ctr"/>
            <a:endParaRPr lang="en-CA" sz="1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5E286-5465-4030-8EB8-4E4DD87EA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2" y="7686079"/>
            <a:ext cx="1980000" cy="26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1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1133475" y="4931018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Radin</a:t>
            </a:r>
            <a:r>
              <a:rPr lang="en-CA" sz="1000" b="1" u="sng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Shahravan</a:t>
            </a:r>
            <a:endParaRPr lang="en-CA" sz="1000" b="1" u="sng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 Lead;</a:t>
            </a: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Communications Manager</a:t>
            </a:r>
          </a:p>
          <a:p>
            <a:pPr algn="ctr"/>
            <a:endParaRPr lang="en-CA" sz="1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48DF562-AE85-4468-8FC3-48F29DBF17E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026E2-B6AE-4122-8A4C-F22398E865A7}"/>
              </a:ext>
            </a:extLst>
          </p:cNvPr>
          <p:cNvSpPr txBox="1"/>
          <p:nvPr/>
        </p:nvSpPr>
        <p:spPr>
          <a:xfrm>
            <a:off x="3723193" y="11356322"/>
            <a:ext cx="1771654" cy="559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 err="1"/>
              <a:t>Nyle</a:t>
            </a:r>
            <a:r>
              <a:rPr lang="en-CA" sz="1000" dirty="0"/>
              <a:t> </a:t>
            </a:r>
            <a:r>
              <a:rPr lang="en-CA" sz="1000" dirty="0" err="1"/>
              <a:t>Bumanglag</a:t>
            </a:r>
            <a:endParaRPr lang="en-CA" sz="1000" dirty="0"/>
          </a:p>
          <a:p>
            <a:r>
              <a:rPr lang="en-CA" sz="1000" b="0" u="none" dirty="0"/>
              <a:t>GitHub Manager; Disaster Recovery Manager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498F8A5-ACFB-49E0-8603-6C5540F8C04E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6B5A-675E-4206-888A-86B53EE69D00}"/>
              </a:ext>
            </a:extLst>
          </p:cNvPr>
          <p:cNvSpPr txBox="1"/>
          <p:nvPr/>
        </p:nvSpPr>
        <p:spPr>
          <a:xfrm>
            <a:off x="6697154" y="11346797"/>
            <a:ext cx="1771654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Sahil Patel</a:t>
            </a:r>
          </a:p>
          <a:p>
            <a:r>
              <a:rPr lang="en-CA" sz="1000" b="0" u="none" dirty="0"/>
              <a:t>Team Scheduler;</a:t>
            </a:r>
          </a:p>
          <a:p>
            <a:r>
              <a:rPr lang="en-CA" sz="1000" b="0" u="none" dirty="0"/>
              <a:t>Azure </a:t>
            </a:r>
            <a:r>
              <a:rPr lang="en-CA" sz="1000" b="0" u="none" dirty="0" err="1"/>
              <a:t>Hoster</a:t>
            </a:r>
            <a:endParaRPr lang="en-CA" sz="1000" b="0" u="non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828B-50E0-43B6-A009-4EA933002C7C}"/>
              </a:ext>
            </a:extLst>
          </p:cNvPr>
          <p:cNvSpPr txBox="1"/>
          <p:nvPr/>
        </p:nvSpPr>
        <p:spPr>
          <a:xfrm>
            <a:off x="9286871" y="11356322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Mohammad Yaseen</a:t>
            </a:r>
          </a:p>
          <a:p>
            <a:r>
              <a:rPr lang="en-CA" sz="1000" b="0" u="none" dirty="0"/>
              <a:t>Presentation Coordinator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6BD4B0-4C0C-46C7-AD14-13F7678E2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2" y="2066329"/>
            <a:ext cx="1980000" cy="264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AA50F-94E4-4B47-8B60-A5731B5C7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81" y="8486179"/>
            <a:ext cx="1980000" cy="264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E3BF09-571E-409D-9DC4-D52FC8820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21017"/>
          <a:stretch/>
        </p:blipFill>
        <p:spPr bwMode="auto">
          <a:xfrm>
            <a:off x="3619020" y="8486179"/>
            <a:ext cx="1980000" cy="263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5789AD-A084-49BA-8569-D21BB0D8EE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"/>
          <a:stretch/>
        </p:blipFill>
        <p:spPr>
          <a:xfrm>
            <a:off x="9182698" y="8486179"/>
            <a:ext cx="1980000" cy="26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6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1133475" y="4931018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Radin</a:t>
            </a:r>
            <a:r>
              <a:rPr lang="en-CA" sz="1000" b="1" u="sng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Shahravan</a:t>
            </a:r>
            <a:endParaRPr lang="en-CA" sz="1000" b="1" u="sng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 Lead;</a:t>
            </a: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Communications Manager</a:t>
            </a:r>
          </a:p>
          <a:p>
            <a:pPr algn="ctr"/>
            <a:endParaRPr lang="en-CA" sz="1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48DF562-AE85-4468-8FC3-48F29DBF17E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026E2-B6AE-4122-8A4C-F22398E865A7}"/>
              </a:ext>
            </a:extLst>
          </p:cNvPr>
          <p:cNvSpPr txBox="1"/>
          <p:nvPr/>
        </p:nvSpPr>
        <p:spPr>
          <a:xfrm>
            <a:off x="3723193" y="4936472"/>
            <a:ext cx="1771654" cy="559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 err="1"/>
              <a:t>Nyle</a:t>
            </a:r>
            <a:r>
              <a:rPr lang="en-CA" sz="1000" dirty="0"/>
              <a:t> </a:t>
            </a:r>
            <a:r>
              <a:rPr lang="en-CA" sz="1000" dirty="0" err="1"/>
              <a:t>Bumanglag</a:t>
            </a:r>
            <a:endParaRPr lang="en-CA" sz="1000" dirty="0"/>
          </a:p>
          <a:p>
            <a:r>
              <a:rPr lang="en-CA" sz="1000" b="0" u="none" dirty="0"/>
              <a:t>GitHub Manager; Disaster Recovery Manager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498F8A5-ACFB-49E0-8603-6C5540F8C04E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6B5A-675E-4206-888A-86B53EE69D00}"/>
              </a:ext>
            </a:extLst>
          </p:cNvPr>
          <p:cNvSpPr txBox="1"/>
          <p:nvPr/>
        </p:nvSpPr>
        <p:spPr>
          <a:xfrm>
            <a:off x="6697154" y="10946747"/>
            <a:ext cx="1771654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Sahil Patel</a:t>
            </a:r>
          </a:p>
          <a:p>
            <a:r>
              <a:rPr lang="en-CA" sz="1000" b="0" u="none" dirty="0"/>
              <a:t>Team Scheduler;</a:t>
            </a:r>
          </a:p>
          <a:p>
            <a:r>
              <a:rPr lang="en-CA" sz="1000" b="0" u="none" dirty="0"/>
              <a:t>Azure </a:t>
            </a:r>
            <a:r>
              <a:rPr lang="en-CA" sz="1000" b="0" u="none" dirty="0" err="1"/>
              <a:t>Hoster</a:t>
            </a:r>
            <a:endParaRPr lang="en-CA" sz="1000" b="0" u="non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828B-50E0-43B6-A009-4EA933002C7C}"/>
              </a:ext>
            </a:extLst>
          </p:cNvPr>
          <p:cNvSpPr txBox="1"/>
          <p:nvPr/>
        </p:nvSpPr>
        <p:spPr>
          <a:xfrm>
            <a:off x="9286871" y="10956272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Mohammad Yaseen</a:t>
            </a:r>
          </a:p>
          <a:p>
            <a:r>
              <a:rPr lang="en-CA" sz="1000" b="0" u="none" dirty="0"/>
              <a:t>Presentation Coordinator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6BD4B0-4C0C-46C7-AD14-13F7678E2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2" y="2066329"/>
            <a:ext cx="1980000" cy="264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AA50F-94E4-4B47-8B60-A5731B5C7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81" y="8086129"/>
            <a:ext cx="1980000" cy="264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E3BF09-571E-409D-9DC4-D52FC8820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21017"/>
          <a:stretch/>
        </p:blipFill>
        <p:spPr bwMode="auto">
          <a:xfrm>
            <a:off x="3619020" y="2066329"/>
            <a:ext cx="1980000" cy="263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5789AD-A084-49BA-8569-D21BB0D8EE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"/>
          <a:stretch/>
        </p:blipFill>
        <p:spPr>
          <a:xfrm>
            <a:off x="9182698" y="8086129"/>
            <a:ext cx="1980000" cy="26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2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1133475" y="4931018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Radin</a:t>
            </a:r>
            <a:r>
              <a:rPr lang="en-CA" sz="1000" b="1" u="sng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Shahravan</a:t>
            </a:r>
            <a:endParaRPr lang="en-CA" sz="1000" b="1" u="sng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 Lead;</a:t>
            </a: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Communications Manager</a:t>
            </a:r>
          </a:p>
          <a:p>
            <a:pPr algn="ctr"/>
            <a:endParaRPr lang="en-CA" sz="1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48DF562-AE85-4468-8FC3-48F29DBF17E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026E2-B6AE-4122-8A4C-F22398E865A7}"/>
              </a:ext>
            </a:extLst>
          </p:cNvPr>
          <p:cNvSpPr txBox="1"/>
          <p:nvPr/>
        </p:nvSpPr>
        <p:spPr>
          <a:xfrm>
            <a:off x="3723193" y="4936472"/>
            <a:ext cx="1771654" cy="559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 err="1"/>
              <a:t>Nyle</a:t>
            </a:r>
            <a:r>
              <a:rPr lang="en-CA" sz="1000" dirty="0"/>
              <a:t> </a:t>
            </a:r>
            <a:r>
              <a:rPr lang="en-CA" sz="1000" dirty="0" err="1"/>
              <a:t>Bumanglag</a:t>
            </a:r>
            <a:endParaRPr lang="en-CA" sz="1000" dirty="0"/>
          </a:p>
          <a:p>
            <a:r>
              <a:rPr lang="en-CA" sz="1000" b="0" u="none" dirty="0"/>
              <a:t>GitHub Manager; Disaster Recovery Manager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498F8A5-ACFB-49E0-8603-6C5540F8C04E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6B5A-675E-4206-888A-86B53EE69D00}"/>
              </a:ext>
            </a:extLst>
          </p:cNvPr>
          <p:cNvSpPr txBox="1"/>
          <p:nvPr/>
        </p:nvSpPr>
        <p:spPr>
          <a:xfrm>
            <a:off x="6697154" y="4926947"/>
            <a:ext cx="1771654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Sahil Patel</a:t>
            </a:r>
          </a:p>
          <a:p>
            <a:r>
              <a:rPr lang="en-CA" sz="1000" b="0" u="none" dirty="0"/>
              <a:t>Team Scheduler;</a:t>
            </a:r>
          </a:p>
          <a:p>
            <a:r>
              <a:rPr lang="en-CA" sz="1000" b="0" u="none" dirty="0"/>
              <a:t>Azure </a:t>
            </a:r>
            <a:r>
              <a:rPr lang="en-CA" sz="1000" b="0" u="none" dirty="0" err="1"/>
              <a:t>Hoster</a:t>
            </a:r>
            <a:endParaRPr lang="en-CA" sz="1000" b="0" u="non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828B-50E0-43B6-A009-4EA933002C7C}"/>
              </a:ext>
            </a:extLst>
          </p:cNvPr>
          <p:cNvSpPr txBox="1"/>
          <p:nvPr/>
        </p:nvSpPr>
        <p:spPr>
          <a:xfrm>
            <a:off x="9286871" y="10499072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Mohammad Yaseen</a:t>
            </a:r>
          </a:p>
          <a:p>
            <a:r>
              <a:rPr lang="en-CA" sz="1000" b="0" u="none" dirty="0"/>
              <a:t>Presentation Coordinator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6BD4B0-4C0C-46C7-AD14-13F7678E2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2" y="2066329"/>
            <a:ext cx="1980000" cy="264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AA50F-94E4-4B47-8B60-A5731B5C7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81" y="2066329"/>
            <a:ext cx="1980000" cy="264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E3BF09-571E-409D-9DC4-D52FC8820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21017"/>
          <a:stretch/>
        </p:blipFill>
        <p:spPr bwMode="auto">
          <a:xfrm>
            <a:off x="3619020" y="2066329"/>
            <a:ext cx="1980000" cy="263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5789AD-A084-49BA-8569-D21BB0D8EE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"/>
          <a:stretch/>
        </p:blipFill>
        <p:spPr>
          <a:xfrm>
            <a:off x="9182698" y="7628929"/>
            <a:ext cx="1980000" cy="26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3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1133475" y="4931018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Radin</a:t>
            </a:r>
            <a:r>
              <a:rPr lang="en-CA" sz="1000" b="1" u="sng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Shahravan</a:t>
            </a:r>
            <a:endParaRPr lang="en-CA" sz="1000" b="1" u="sng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 Lead;</a:t>
            </a: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Communications Manager</a:t>
            </a:r>
          </a:p>
          <a:p>
            <a:pPr algn="ctr"/>
            <a:endParaRPr lang="en-CA" sz="1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48DF562-AE85-4468-8FC3-48F29DBF17E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026E2-B6AE-4122-8A4C-F22398E865A7}"/>
              </a:ext>
            </a:extLst>
          </p:cNvPr>
          <p:cNvSpPr txBox="1"/>
          <p:nvPr/>
        </p:nvSpPr>
        <p:spPr>
          <a:xfrm>
            <a:off x="3723193" y="4936472"/>
            <a:ext cx="1771654" cy="559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 err="1"/>
              <a:t>Nyle</a:t>
            </a:r>
            <a:r>
              <a:rPr lang="en-CA" sz="1000" dirty="0"/>
              <a:t> </a:t>
            </a:r>
            <a:r>
              <a:rPr lang="en-CA" sz="1000" dirty="0" err="1"/>
              <a:t>Bumanglag</a:t>
            </a:r>
            <a:endParaRPr lang="en-CA" sz="1000" dirty="0"/>
          </a:p>
          <a:p>
            <a:r>
              <a:rPr lang="en-CA" sz="1000" b="0" u="none" dirty="0"/>
              <a:t>GitHub Manager; Disaster Recovery Manager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498F8A5-ACFB-49E0-8603-6C5540F8C04E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6B5A-675E-4206-888A-86B53EE69D00}"/>
              </a:ext>
            </a:extLst>
          </p:cNvPr>
          <p:cNvSpPr txBox="1"/>
          <p:nvPr/>
        </p:nvSpPr>
        <p:spPr>
          <a:xfrm>
            <a:off x="6697154" y="4926947"/>
            <a:ext cx="1771654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Sahil Patel</a:t>
            </a:r>
          </a:p>
          <a:p>
            <a:r>
              <a:rPr lang="en-CA" sz="1000" b="0" u="none" dirty="0"/>
              <a:t>Team Scheduler;</a:t>
            </a:r>
          </a:p>
          <a:p>
            <a:r>
              <a:rPr lang="en-CA" sz="1000" b="0" u="none" dirty="0"/>
              <a:t>Azure </a:t>
            </a:r>
            <a:r>
              <a:rPr lang="en-CA" sz="1000" b="0" u="none" dirty="0" err="1"/>
              <a:t>Hoster</a:t>
            </a:r>
            <a:endParaRPr lang="en-CA" sz="1000" b="0" u="non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828B-50E0-43B6-A009-4EA933002C7C}"/>
              </a:ext>
            </a:extLst>
          </p:cNvPr>
          <p:cNvSpPr txBox="1"/>
          <p:nvPr/>
        </p:nvSpPr>
        <p:spPr>
          <a:xfrm>
            <a:off x="9286871" y="4936472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Mohammad Yaseen</a:t>
            </a:r>
          </a:p>
          <a:p>
            <a:r>
              <a:rPr lang="en-CA" sz="1000" b="0" u="none" dirty="0"/>
              <a:t>Presentation Coordinator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6BD4B0-4C0C-46C7-AD14-13F7678E2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2" y="2066329"/>
            <a:ext cx="1980000" cy="264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AA50F-94E4-4B47-8B60-A5731B5C7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81" y="2066329"/>
            <a:ext cx="1980000" cy="264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E3BF09-571E-409D-9DC4-D52FC8820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21017"/>
          <a:stretch/>
        </p:blipFill>
        <p:spPr bwMode="auto">
          <a:xfrm>
            <a:off x="3619020" y="2066329"/>
            <a:ext cx="1980000" cy="263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5789AD-A084-49BA-8569-D21BB0D8EE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"/>
          <a:stretch/>
        </p:blipFill>
        <p:spPr>
          <a:xfrm>
            <a:off x="9182698" y="2066329"/>
            <a:ext cx="1980000" cy="26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5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36A3FE-306F-4074-9E13-FCE04DC1C536}"/>
              </a:ext>
            </a:extLst>
          </p:cNvPr>
          <p:cNvSpPr txBox="1"/>
          <p:nvPr/>
        </p:nvSpPr>
        <p:spPr>
          <a:xfrm>
            <a:off x="-11315700" y="2743200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We’re optimised, efficient, and well versed with our work, with experience in our areas of expertise, upholding standard and quality with our product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-11315700" y="1744786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We’re a team of dedicated and skilled programmers, working to bring about the best results according to your requirements.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BAD1AA-A746-4189-AF73-E2AAFFAD929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515FEB-DC0A-4CA4-84FC-9179E6AABF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A14B4-EB08-49D6-90B3-25DF8BBFA16C}"/>
              </a:ext>
            </a:extLst>
          </p:cNvPr>
          <p:cNvSpPr txBox="1"/>
          <p:nvPr/>
        </p:nvSpPr>
        <p:spPr>
          <a:xfrm>
            <a:off x="-11315700" y="3935059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 uphold TIME as one of core crucial currencies. Ours and yours!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BAB02-A556-433A-93EE-A0F1360670DE}"/>
              </a:ext>
            </a:extLst>
          </p:cNvPr>
          <p:cNvSpPr txBox="1"/>
          <p:nvPr/>
        </p:nvSpPr>
        <p:spPr>
          <a:xfrm>
            <a:off x="-11315700" y="4627711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Your application is bound to crash if you don’t have us. ;)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A207571-D04A-485D-9CD2-C686B93D99C8}"/>
              </a:ext>
            </a:extLst>
          </p:cNvPr>
          <p:cNvSpPr txBox="1">
            <a:spLocks/>
          </p:cNvSpPr>
          <p:nvPr/>
        </p:nvSpPr>
        <p:spPr>
          <a:xfrm>
            <a:off x="839519" y="2649740"/>
            <a:ext cx="10515600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</a:t>
            </a:r>
            <a:r>
              <a:rPr lang="en-CA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  <a:r>
              <a:rPr lang="en-CA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712797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E653C9D-BD56-463D-B25D-32ED6629E224}"/>
              </a:ext>
            </a:extLst>
          </p:cNvPr>
          <p:cNvSpPr txBox="1">
            <a:spLocks/>
          </p:cNvSpPr>
          <p:nvPr/>
        </p:nvSpPr>
        <p:spPr>
          <a:xfrm>
            <a:off x="839519" y="334292"/>
            <a:ext cx="10515600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</a:t>
            </a:r>
            <a:r>
              <a:rPr lang="en-CA" sz="28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6A3FE-306F-4074-9E13-FCE04DC1C536}"/>
              </a:ext>
            </a:extLst>
          </p:cNvPr>
          <p:cNvSpPr txBox="1"/>
          <p:nvPr/>
        </p:nvSpPr>
        <p:spPr>
          <a:xfrm>
            <a:off x="-11315700" y="2743200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We’re optimised, efficient, and well versed with our work, with experience in our areas of expertise, upholding standard and quality with our product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We’re a team of dedicated and skilled programmers, working to bring about the best results according to your requirements.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BAD1AA-A746-4189-AF73-E2AAFFAD929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515FEB-DC0A-4CA4-84FC-9179E6AABF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A14B4-EB08-49D6-90B3-25DF8BBFA16C}"/>
              </a:ext>
            </a:extLst>
          </p:cNvPr>
          <p:cNvSpPr txBox="1"/>
          <p:nvPr/>
        </p:nvSpPr>
        <p:spPr>
          <a:xfrm>
            <a:off x="-11315700" y="3935059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 uphold TIME as one of core crucial currencies. Ours and yours!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BAB02-A556-433A-93EE-A0F1360670DE}"/>
              </a:ext>
            </a:extLst>
          </p:cNvPr>
          <p:cNvSpPr txBox="1"/>
          <p:nvPr/>
        </p:nvSpPr>
        <p:spPr>
          <a:xfrm>
            <a:off x="-11315700" y="4627711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Your application is bound to crash if you don’t have us. ;)</a:t>
            </a:r>
          </a:p>
        </p:txBody>
      </p:sp>
    </p:spTree>
    <p:extLst>
      <p:ext uri="{BB962C8B-B14F-4D97-AF65-F5344CB8AC3E}">
        <p14:creationId xmlns:p14="http://schemas.microsoft.com/office/powerpoint/2010/main" val="14605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5279121-2930-4C8A-9E0C-060462ABDCD6}"/>
              </a:ext>
            </a:extLst>
          </p:cNvPr>
          <p:cNvSpPr txBox="1">
            <a:spLocks/>
          </p:cNvSpPr>
          <p:nvPr/>
        </p:nvSpPr>
        <p:spPr>
          <a:xfrm>
            <a:off x="839519" y="334292"/>
            <a:ext cx="10515600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</a:t>
            </a:r>
            <a:r>
              <a:rPr lang="en-CA" sz="28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6A3FE-306F-4074-9E13-FCE04DC1C536}"/>
              </a:ext>
            </a:extLst>
          </p:cNvPr>
          <p:cNvSpPr txBox="1"/>
          <p:nvPr/>
        </p:nvSpPr>
        <p:spPr>
          <a:xfrm>
            <a:off x="838200" y="2743200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We’re optimised, efficient, and well versed with our work, with experience in our areas of expertise, upholding standard and quality with our product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We’re a team of dedicated and skilled programmers, working to bring about the best results according to your requirements.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BAD1AA-A746-4189-AF73-E2AAFFAD929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515FEB-DC0A-4CA4-84FC-9179E6AABF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A14B4-EB08-49D6-90B3-25DF8BBFA16C}"/>
              </a:ext>
            </a:extLst>
          </p:cNvPr>
          <p:cNvSpPr txBox="1"/>
          <p:nvPr/>
        </p:nvSpPr>
        <p:spPr>
          <a:xfrm>
            <a:off x="-10769600" y="3935059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 uphold TIME as one of the core crucial currencies. Ours and yours!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BAB02-A556-433A-93EE-A0F1360670DE}"/>
              </a:ext>
            </a:extLst>
          </p:cNvPr>
          <p:cNvSpPr txBox="1"/>
          <p:nvPr/>
        </p:nvSpPr>
        <p:spPr>
          <a:xfrm>
            <a:off x="-10769600" y="4627711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Your application is bound to crash if you don’t have us. ;)</a:t>
            </a:r>
          </a:p>
        </p:txBody>
      </p:sp>
    </p:spTree>
    <p:extLst>
      <p:ext uri="{BB962C8B-B14F-4D97-AF65-F5344CB8AC3E}">
        <p14:creationId xmlns:p14="http://schemas.microsoft.com/office/powerpoint/2010/main" val="3348471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36A3FE-306F-4074-9E13-FCE04DC1C536}"/>
              </a:ext>
            </a:extLst>
          </p:cNvPr>
          <p:cNvSpPr txBox="1"/>
          <p:nvPr/>
        </p:nvSpPr>
        <p:spPr>
          <a:xfrm>
            <a:off x="838200" y="2743200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We’re optimised, efficient, and well versed with our work, with experience in our areas of expertise, upholding standard and quality with our product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We’re a team of dedicated and skilled programmers, working to bring about the best results according to your requirements.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BAD1AA-A746-4189-AF73-E2AAFFAD929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515FEB-DC0A-4CA4-84FC-9179E6AABF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A14B4-EB08-49D6-90B3-25DF8BBFA16C}"/>
              </a:ext>
            </a:extLst>
          </p:cNvPr>
          <p:cNvSpPr txBox="1"/>
          <p:nvPr/>
        </p:nvSpPr>
        <p:spPr>
          <a:xfrm>
            <a:off x="838200" y="3935059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 uphold TIME as one of the core crucial currencies. Ours and yours!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BAB02-A556-433A-93EE-A0F1360670DE}"/>
              </a:ext>
            </a:extLst>
          </p:cNvPr>
          <p:cNvSpPr txBox="1"/>
          <p:nvPr/>
        </p:nvSpPr>
        <p:spPr>
          <a:xfrm>
            <a:off x="-11226800" y="4627711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Your application is bound to crash if you don’t have us. ;)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EA336A-E82F-4BF9-A01E-3B0E42E90542}"/>
              </a:ext>
            </a:extLst>
          </p:cNvPr>
          <p:cNvSpPr txBox="1">
            <a:spLocks/>
          </p:cNvSpPr>
          <p:nvPr/>
        </p:nvSpPr>
        <p:spPr>
          <a:xfrm>
            <a:off x="839519" y="334292"/>
            <a:ext cx="10515600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</a:t>
            </a:r>
            <a:r>
              <a:rPr lang="en-CA" sz="28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8490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36A3FE-306F-4074-9E13-FCE04DC1C536}"/>
              </a:ext>
            </a:extLst>
          </p:cNvPr>
          <p:cNvSpPr txBox="1"/>
          <p:nvPr/>
        </p:nvSpPr>
        <p:spPr>
          <a:xfrm>
            <a:off x="838200" y="2743200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We’re optimised, efficient, and well versed with our work, with experience in our areas of expertise, upholding standard and quality with our product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We’re a team of dedicated and skilled programmers, working to bring about the best results according to your requirements.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BAD1AA-A746-4189-AF73-E2AAFFAD929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515FEB-DC0A-4CA4-84FC-9179E6AABF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A14B4-EB08-49D6-90B3-25DF8BBFA16C}"/>
              </a:ext>
            </a:extLst>
          </p:cNvPr>
          <p:cNvSpPr txBox="1"/>
          <p:nvPr/>
        </p:nvSpPr>
        <p:spPr>
          <a:xfrm>
            <a:off x="838200" y="3935059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 uphold TIME as one of the core crucial currencies. Ours and yours!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BAB02-A556-433A-93EE-A0F1360670DE}"/>
              </a:ext>
            </a:extLst>
          </p:cNvPr>
          <p:cNvSpPr txBox="1"/>
          <p:nvPr/>
        </p:nvSpPr>
        <p:spPr>
          <a:xfrm>
            <a:off x="838200" y="4627711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Your application is bound to crash if you don’t have us. ;)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0D27318-5ABA-4582-B000-A4EE3D3FBC86}"/>
              </a:ext>
            </a:extLst>
          </p:cNvPr>
          <p:cNvSpPr txBox="1">
            <a:spLocks/>
          </p:cNvSpPr>
          <p:nvPr/>
        </p:nvSpPr>
        <p:spPr>
          <a:xfrm>
            <a:off x="839519" y="334292"/>
            <a:ext cx="10515600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</a:t>
            </a:r>
            <a:r>
              <a:rPr lang="en-CA" sz="28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?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A9DFC34-C2A3-4FF8-BC0C-EAF2F237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629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Challenges</a:t>
            </a:r>
          </a:p>
        </p:txBody>
      </p:sp>
    </p:spTree>
    <p:extLst>
      <p:ext uri="{BB962C8B-B14F-4D97-AF65-F5344CB8AC3E}">
        <p14:creationId xmlns:p14="http://schemas.microsoft.com/office/powerpoint/2010/main" val="189145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Challenges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ADCC02-019B-4B40-A165-4DF2E43C5790}"/>
              </a:ext>
            </a:extLst>
          </p:cNvPr>
          <p:cNvSpPr txBox="1">
            <a:spLocks/>
          </p:cNvSpPr>
          <p:nvPr/>
        </p:nvSpPr>
        <p:spPr>
          <a:xfrm>
            <a:off x="-8801103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Geographically Dispersed Operations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Tracking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 Needs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0CADAC-C8E2-4A93-BC62-B7617C842A20}"/>
              </a:ext>
            </a:extLst>
          </p:cNvPr>
          <p:cNvSpPr txBox="1">
            <a:spLocks/>
          </p:cNvSpPr>
          <p:nvPr/>
        </p:nvSpPr>
        <p:spPr>
          <a:xfrm>
            <a:off x="15525748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Current State – Google Sheet Signup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Future Expansion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Data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Reminders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19CFF03-4083-408C-9A1E-BF79F20280E3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12425388-6923-4D6B-8A8B-AC9B88C0B6C3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2498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Challenges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41206F-DB20-41A4-A797-F3AB47207659}"/>
              </a:ext>
            </a:extLst>
          </p:cNvPr>
          <p:cNvSpPr txBox="1">
            <a:spLocks/>
          </p:cNvSpPr>
          <p:nvPr/>
        </p:nvSpPr>
        <p:spPr>
          <a:xfrm>
            <a:off x="838197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Geographically Dispersed Operations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Tracking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 Needs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F48FCD-13DB-4A16-9142-691C59E69F9B}"/>
              </a:ext>
            </a:extLst>
          </p:cNvPr>
          <p:cNvSpPr txBox="1">
            <a:spLocks/>
          </p:cNvSpPr>
          <p:nvPr/>
        </p:nvSpPr>
        <p:spPr>
          <a:xfrm>
            <a:off x="15011398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Current State – Google Sheet Signup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Future Expansion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Data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Reminders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6315F13-8BFC-4C10-B556-C71059239D4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B77D837-ACE5-4AE1-AE1E-E30705A186CF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029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Challenges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41206F-DB20-41A4-A797-F3AB47207659}"/>
              </a:ext>
            </a:extLst>
          </p:cNvPr>
          <p:cNvSpPr txBox="1">
            <a:spLocks/>
          </p:cNvSpPr>
          <p:nvPr/>
        </p:nvSpPr>
        <p:spPr>
          <a:xfrm>
            <a:off x="838197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Geographically Dispersed Operations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Tracking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 Needs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F48FCD-13DB-4A16-9142-691C59E69F9B}"/>
              </a:ext>
            </a:extLst>
          </p:cNvPr>
          <p:cNvSpPr txBox="1">
            <a:spLocks/>
          </p:cNvSpPr>
          <p:nvPr/>
        </p:nvSpPr>
        <p:spPr>
          <a:xfrm>
            <a:off x="6095998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Current State – Google Sheet Signup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Future Expansion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Data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Reminders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F04A259-A61D-4695-9CB7-F6FD1837DF9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68EBF27-E4ED-4E78-B70B-19FDA343A883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43298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Goals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41206F-DB20-41A4-A797-F3AB47207659}"/>
              </a:ext>
            </a:extLst>
          </p:cNvPr>
          <p:cNvSpPr txBox="1">
            <a:spLocks/>
          </p:cNvSpPr>
          <p:nvPr/>
        </p:nvSpPr>
        <p:spPr>
          <a:xfrm>
            <a:off x="-7524753" y="229821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centralized system to track weekly attendance.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communication between directors and management; updates on weekly sessions.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F48FCD-13DB-4A16-9142-691C59E69F9B}"/>
              </a:ext>
            </a:extLst>
          </p:cNvPr>
          <p:cNvSpPr txBox="1">
            <a:spLocks/>
          </p:cNvSpPr>
          <p:nvPr/>
        </p:nvSpPr>
        <p:spPr>
          <a:xfrm>
            <a:off x="13525498" y="229821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platform to make volunteer sign-ups more efficient.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Handle multiple events and programs.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that stores volunteer information.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Automated reminders for volunteers prior to assigned shifts.</a:t>
            </a:r>
            <a:endParaRPr lang="en-CA" sz="16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9CF4600-1BE9-421C-93F6-DD6F15F54373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4B8807C-E2D5-4D04-86B8-5C454878C3F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47190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Goals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41206F-DB20-41A4-A797-F3AB47207659}"/>
              </a:ext>
            </a:extLst>
          </p:cNvPr>
          <p:cNvSpPr txBox="1">
            <a:spLocks/>
          </p:cNvSpPr>
          <p:nvPr/>
        </p:nvSpPr>
        <p:spPr>
          <a:xfrm>
            <a:off x="838197" y="229821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centralized system to track weekly attendance.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communication between directors and management; updates on weekly sessions.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F48FCD-13DB-4A16-9142-691C59E69F9B}"/>
              </a:ext>
            </a:extLst>
          </p:cNvPr>
          <p:cNvSpPr txBox="1">
            <a:spLocks/>
          </p:cNvSpPr>
          <p:nvPr/>
        </p:nvSpPr>
        <p:spPr>
          <a:xfrm>
            <a:off x="6095998" y="229821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platform to make volunteer sign-ups more efficient.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Handle multiple events and programs.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that stores volunteer information.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Automated reminders for volunteers prior to assigned shifts.</a:t>
            </a:r>
            <a:endParaRPr lang="en-CA" sz="16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D5B30B8-3AA8-4ECB-8749-1FA345F61D23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C29C9F4-F70C-4A61-B1DA-35D7D97C0831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6150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494"/>
            <a:ext cx="10515600" cy="735012"/>
          </a:xfrm>
        </p:spPr>
        <p:txBody>
          <a:bodyPr>
            <a:normAutofit/>
          </a:bodyPr>
          <a:lstStyle/>
          <a:p>
            <a:pPr algn="ctr"/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517DE9-0FC8-454B-ABE5-65D09922B432}"/>
              </a:ext>
            </a:extLst>
          </p:cNvPr>
          <p:cNvSpPr txBox="1">
            <a:spLocks/>
          </p:cNvSpPr>
          <p:nvPr/>
        </p:nvSpPr>
        <p:spPr>
          <a:xfrm>
            <a:off x="838200" y="7993187"/>
            <a:ext cx="10515600" cy="16842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846FAC8-B1DA-4025-9DCB-91D9247AE7D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09546A4C-64FC-46DD-AA01-C29FE3D6B498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68817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7"/>
            <a:ext cx="10515600" cy="16842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0D7AFAB-B165-4E51-BCA5-8EDA05FE9B6F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EA60609E-6AFE-43EA-9F6D-14776E616F7F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92484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51C3A-90F8-471C-9E28-84C9EC9B3DF7}"/>
              </a:ext>
            </a:extLst>
          </p:cNvPr>
          <p:cNvSpPr/>
          <p:nvPr/>
        </p:nvSpPr>
        <p:spPr>
          <a:xfrm>
            <a:off x="520700" y="4432736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Director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757A6-2A9E-4C67-9216-D6E9E63739E9}"/>
              </a:ext>
            </a:extLst>
          </p:cNvPr>
          <p:cNvSpPr/>
          <p:nvPr/>
        </p:nvSpPr>
        <p:spPr>
          <a:xfrm>
            <a:off x="29464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A6E1F-CB5E-4FB1-B261-9CFDE2F845B0}"/>
              </a:ext>
            </a:extLst>
          </p:cNvPr>
          <p:cNvSpPr/>
          <p:nvPr/>
        </p:nvSpPr>
        <p:spPr>
          <a:xfrm>
            <a:off x="53721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Singer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CB5DE-34A5-429D-8149-E90B4A55DD8A}"/>
              </a:ext>
            </a:extLst>
          </p:cNvPr>
          <p:cNvSpPr/>
          <p:nvPr/>
        </p:nvSpPr>
        <p:spPr>
          <a:xfrm>
            <a:off x="77978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486D4-86AC-482A-A8C3-675CF7CD4228}"/>
              </a:ext>
            </a:extLst>
          </p:cNvPr>
          <p:cNvSpPr/>
          <p:nvPr/>
        </p:nvSpPr>
        <p:spPr>
          <a:xfrm>
            <a:off x="10223500" y="4432733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F77C781F-8396-408E-8B0B-19AE3712F559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8C3D6C21-2E98-4F72-8A3C-C8CB1717B7B5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2587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51C3A-90F8-471C-9E28-84C9EC9B3DF7}"/>
              </a:ext>
            </a:extLst>
          </p:cNvPr>
          <p:cNvSpPr/>
          <p:nvPr/>
        </p:nvSpPr>
        <p:spPr>
          <a:xfrm>
            <a:off x="520700" y="4432736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Director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757A6-2A9E-4C67-9216-D6E9E63739E9}"/>
              </a:ext>
            </a:extLst>
          </p:cNvPr>
          <p:cNvSpPr/>
          <p:nvPr/>
        </p:nvSpPr>
        <p:spPr>
          <a:xfrm>
            <a:off x="29464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A6E1F-CB5E-4FB1-B261-9CFDE2F845B0}"/>
              </a:ext>
            </a:extLst>
          </p:cNvPr>
          <p:cNvSpPr/>
          <p:nvPr/>
        </p:nvSpPr>
        <p:spPr>
          <a:xfrm>
            <a:off x="53721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Singer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CB5DE-34A5-429D-8149-E90B4A55DD8A}"/>
              </a:ext>
            </a:extLst>
          </p:cNvPr>
          <p:cNvSpPr/>
          <p:nvPr/>
        </p:nvSpPr>
        <p:spPr>
          <a:xfrm>
            <a:off x="77978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486D4-86AC-482A-A8C3-675CF7CD4228}"/>
              </a:ext>
            </a:extLst>
          </p:cNvPr>
          <p:cNvSpPr/>
          <p:nvPr/>
        </p:nvSpPr>
        <p:spPr>
          <a:xfrm>
            <a:off x="10223500" y="4432733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164F49-87F6-47C4-8C76-B13537966AD3}"/>
              </a:ext>
            </a:extLst>
          </p:cNvPr>
          <p:cNvCxnSpPr/>
          <p:nvPr/>
        </p:nvCxnSpPr>
        <p:spPr>
          <a:xfrm>
            <a:off x="1968502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3">
            <a:extLst>
              <a:ext uri="{FF2B5EF4-FFF2-40B4-BE49-F238E27FC236}">
                <a16:creationId xmlns:a16="http://schemas.microsoft.com/office/drawing/2014/main" id="{BCFB35C2-3701-430F-A745-AA70F5043A3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1DE381B8-FD47-4EAC-85B1-799D8F2A3ACF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24057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51C3A-90F8-471C-9E28-84C9EC9B3DF7}"/>
              </a:ext>
            </a:extLst>
          </p:cNvPr>
          <p:cNvSpPr/>
          <p:nvPr/>
        </p:nvSpPr>
        <p:spPr>
          <a:xfrm>
            <a:off x="520700" y="4432736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Director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757A6-2A9E-4C67-9216-D6E9E63739E9}"/>
              </a:ext>
            </a:extLst>
          </p:cNvPr>
          <p:cNvSpPr/>
          <p:nvPr/>
        </p:nvSpPr>
        <p:spPr>
          <a:xfrm>
            <a:off x="29464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A6E1F-CB5E-4FB1-B261-9CFDE2F845B0}"/>
              </a:ext>
            </a:extLst>
          </p:cNvPr>
          <p:cNvSpPr/>
          <p:nvPr/>
        </p:nvSpPr>
        <p:spPr>
          <a:xfrm>
            <a:off x="53721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Singer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CB5DE-34A5-429D-8149-E90B4A55DD8A}"/>
              </a:ext>
            </a:extLst>
          </p:cNvPr>
          <p:cNvSpPr/>
          <p:nvPr/>
        </p:nvSpPr>
        <p:spPr>
          <a:xfrm>
            <a:off x="77978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486D4-86AC-482A-A8C3-675CF7CD4228}"/>
              </a:ext>
            </a:extLst>
          </p:cNvPr>
          <p:cNvSpPr/>
          <p:nvPr/>
        </p:nvSpPr>
        <p:spPr>
          <a:xfrm>
            <a:off x="10223500" y="4432733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164F49-87F6-47C4-8C76-B13537966AD3}"/>
              </a:ext>
            </a:extLst>
          </p:cNvPr>
          <p:cNvCxnSpPr/>
          <p:nvPr/>
        </p:nvCxnSpPr>
        <p:spPr>
          <a:xfrm>
            <a:off x="1968502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BAE587-C6D4-429C-9B10-6EB85CB7F063}"/>
              </a:ext>
            </a:extLst>
          </p:cNvPr>
          <p:cNvCxnSpPr/>
          <p:nvPr/>
        </p:nvCxnSpPr>
        <p:spPr>
          <a:xfrm>
            <a:off x="4394200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3">
            <a:extLst>
              <a:ext uri="{FF2B5EF4-FFF2-40B4-BE49-F238E27FC236}">
                <a16:creationId xmlns:a16="http://schemas.microsoft.com/office/drawing/2014/main" id="{7EB0F405-B6A3-4F5B-B57C-EEA5418C7832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FCE613DF-3922-498E-B430-DC41EAF99534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55511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6292C27-A6F6-455C-9CC5-7DE9C3ACFAED}"/>
              </a:ext>
            </a:extLst>
          </p:cNvPr>
          <p:cNvSpPr txBox="1">
            <a:spLocks/>
          </p:cNvSpPr>
          <p:nvPr/>
        </p:nvSpPr>
        <p:spPr>
          <a:xfrm>
            <a:off x="10073054" y="187997"/>
            <a:ext cx="2025162" cy="524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51C3A-90F8-471C-9E28-84C9EC9B3DF7}"/>
              </a:ext>
            </a:extLst>
          </p:cNvPr>
          <p:cNvSpPr/>
          <p:nvPr/>
        </p:nvSpPr>
        <p:spPr>
          <a:xfrm>
            <a:off x="520700" y="4432736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Director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757A6-2A9E-4C67-9216-D6E9E63739E9}"/>
              </a:ext>
            </a:extLst>
          </p:cNvPr>
          <p:cNvSpPr/>
          <p:nvPr/>
        </p:nvSpPr>
        <p:spPr>
          <a:xfrm>
            <a:off x="29464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A6E1F-CB5E-4FB1-B261-9CFDE2F845B0}"/>
              </a:ext>
            </a:extLst>
          </p:cNvPr>
          <p:cNvSpPr/>
          <p:nvPr/>
        </p:nvSpPr>
        <p:spPr>
          <a:xfrm>
            <a:off x="53721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Singer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CB5DE-34A5-429D-8149-E90B4A55DD8A}"/>
              </a:ext>
            </a:extLst>
          </p:cNvPr>
          <p:cNvSpPr/>
          <p:nvPr/>
        </p:nvSpPr>
        <p:spPr>
          <a:xfrm>
            <a:off x="77978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486D4-86AC-482A-A8C3-675CF7CD4228}"/>
              </a:ext>
            </a:extLst>
          </p:cNvPr>
          <p:cNvSpPr/>
          <p:nvPr/>
        </p:nvSpPr>
        <p:spPr>
          <a:xfrm>
            <a:off x="10223500" y="4432733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164F49-87F6-47C4-8C76-B13537966AD3}"/>
              </a:ext>
            </a:extLst>
          </p:cNvPr>
          <p:cNvCxnSpPr/>
          <p:nvPr/>
        </p:nvCxnSpPr>
        <p:spPr>
          <a:xfrm>
            <a:off x="1968502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BAE587-C6D4-429C-9B10-6EB85CB7F063}"/>
              </a:ext>
            </a:extLst>
          </p:cNvPr>
          <p:cNvCxnSpPr/>
          <p:nvPr/>
        </p:nvCxnSpPr>
        <p:spPr>
          <a:xfrm>
            <a:off x="4394200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E858A1-7911-43A5-AC92-BEFB41E12518}"/>
              </a:ext>
            </a:extLst>
          </p:cNvPr>
          <p:cNvCxnSpPr/>
          <p:nvPr/>
        </p:nvCxnSpPr>
        <p:spPr>
          <a:xfrm>
            <a:off x="6819900" y="4920615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9EF689-0409-4FB1-8EE4-76BFA2B8B3FF}"/>
              </a:ext>
            </a:extLst>
          </p:cNvPr>
          <p:cNvCxnSpPr/>
          <p:nvPr/>
        </p:nvCxnSpPr>
        <p:spPr>
          <a:xfrm>
            <a:off x="9245600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3">
            <a:extLst>
              <a:ext uri="{FF2B5EF4-FFF2-40B4-BE49-F238E27FC236}">
                <a16:creationId xmlns:a16="http://schemas.microsoft.com/office/drawing/2014/main" id="{7961AA96-EF61-48C3-BBF4-9DE51BB956EA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01871E5-5D10-4645-A645-D5B675490E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8641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– data model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51C3A-90F8-471C-9E28-84C9EC9B3DF7}"/>
              </a:ext>
            </a:extLst>
          </p:cNvPr>
          <p:cNvSpPr/>
          <p:nvPr/>
        </p:nvSpPr>
        <p:spPr>
          <a:xfrm>
            <a:off x="520700" y="4432736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Director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757A6-2A9E-4C67-9216-D6E9E63739E9}"/>
              </a:ext>
            </a:extLst>
          </p:cNvPr>
          <p:cNvSpPr/>
          <p:nvPr/>
        </p:nvSpPr>
        <p:spPr>
          <a:xfrm>
            <a:off x="29464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A6E1F-CB5E-4FB1-B261-9CFDE2F845B0}"/>
              </a:ext>
            </a:extLst>
          </p:cNvPr>
          <p:cNvSpPr/>
          <p:nvPr/>
        </p:nvSpPr>
        <p:spPr>
          <a:xfrm>
            <a:off x="53721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Singer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CB5DE-34A5-429D-8149-E90B4A55DD8A}"/>
              </a:ext>
            </a:extLst>
          </p:cNvPr>
          <p:cNvSpPr/>
          <p:nvPr/>
        </p:nvSpPr>
        <p:spPr>
          <a:xfrm>
            <a:off x="7797800" y="4432734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486D4-86AC-482A-A8C3-675CF7CD4228}"/>
              </a:ext>
            </a:extLst>
          </p:cNvPr>
          <p:cNvSpPr/>
          <p:nvPr/>
        </p:nvSpPr>
        <p:spPr>
          <a:xfrm>
            <a:off x="10223500" y="4432733"/>
            <a:ext cx="1447800" cy="10657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164F49-87F6-47C4-8C76-B13537966AD3}"/>
              </a:ext>
            </a:extLst>
          </p:cNvPr>
          <p:cNvCxnSpPr/>
          <p:nvPr/>
        </p:nvCxnSpPr>
        <p:spPr>
          <a:xfrm>
            <a:off x="1968502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BAE587-C6D4-429C-9B10-6EB85CB7F063}"/>
              </a:ext>
            </a:extLst>
          </p:cNvPr>
          <p:cNvCxnSpPr/>
          <p:nvPr/>
        </p:nvCxnSpPr>
        <p:spPr>
          <a:xfrm>
            <a:off x="4394200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E858A1-7911-43A5-AC92-BEFB41E12518}"/>
              </a:ext>
            </a:extLst>
          </p:cNvPr>
          <p:cNvCxnSpPr/>
          <p:nvPr/>
        </p:nvCxnSpPr>
        <p:spPr>
          <a:xfrm>
            <a:off x="6819900" y="4920615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D375ACA-35F8-4F5E-98F1-5293759D425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08855" y="784658"/>
            <a:ext cx="1" cy="7277100"/>
          </a:xfrm>
          <a:prstGeom prst="bentConnector3">
            <a:avLst>
              <a:gd name="adj1" fmla="val 22860100000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9EF689-0409-4FB1-8EE4-76BFA2B8B3FF}"/>
              </a:ext>
            </a:extLst>
          </p:cNvPr>
          <p:cNvCxnSpPr/>
          <p:nvPr/>
        </p:nvCxnSpPr>
        <p:spPr>
          <a:xfrm>
            <a:off x="9245600" y="4943474"/>
            <a:ext cx="9779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3">
            <a:extLst>
              <a:ext uri="{FF2B5EF4-FFF2-40B4-BE49-F238E27FC236}">
                <a16:creationId xmlns:a16="http://schemas.microsoft.com/office/drawing/2014/main" id="{B0FAEEC5-27BD-4FFA-82D0-C6935DA9489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31B81D91-EFBE-4811-8F72-C7DE11EF7BA7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10870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66746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CRUD - Ability to Record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CE155D1-82D1-4FB6-BA5D-D0E3CAFFC7D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43095F3-CAA8-405B-9D53-2C7224975C28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54781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66746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CRUD - Ability to Record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1FA00-7D73-40FA-8A8C-954747274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05" y="167054"/>
            <a:ext cx="3615150" cy="6523892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A6735360-0564-4BF3-ABCB-A82561CEC45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CF95BDB-97BD-40F5-BF44-1FFF681F23A8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9100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66746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CRUD - Ability to Record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1FA00-7D73-40FA-8A8C-954747274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760" y="2868736"/>
            <a:ext cx="7147640" cy="12898616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311CACC6-40A0-4308-8C25-2FA1803A387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4081452-360A-4CD3-871C-E7974454933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00781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66746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CRUD - Ability to Record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11CACC6-40A0-4308-8C25-2FA1803A387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4081452-360A-4CD3-871C-E7974454933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1FA00-7D73-40FA-8A8C-954747274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760" y="-1929573"/>
            <a:ext cx="7147640" cy="1289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35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66746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CRUD - Ability to Record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11CACC6-40A0-4308-8C25-2FA1803A387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4081452-360A-4CD3-871C-E7974454933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1FA00-7D73-40FA-8A8C-954747274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760" y="-7549323"/>
            <a:ext cx="7147640" cy="1289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94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Export Reports on Collected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F327B3B-5C9F-4EFF-B2DC-9A9074EC7030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D8AAB9AD-C027-4D8E-AC29-3C49AC396652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1081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Export Reports on Collected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08FB398-63FB-42A1-9AAA-15C5EDCB9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t="9103" r="65223" b="52820"/>
          <a:stretch/>
        </p:blipFill>
        <p:spPr bwMode="auto">
          <a:xfrm>
            <a:off x="4362349" y="1687636"/>
            <a:ext cx="7545367" cy="492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8AC20B4E-4C1D-41B3-BBB5-BE9EB7A2C91F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7589DA9-3DF7-494A-885C-6C03DA5BBFAF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89604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Export Reports on Collected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08FB398-63FB-42A1-9AAA-15C5EDCB9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t="9103" r="65223" b="52820"/>
          <a:stretch/>
        </p:blipFill>
        <p:spPr bwMode="auto">
          <a:xfrm>
            <a:off x="4362349" y="1687636"/>
            <a:ext cx="7545367" cy="492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A7E5B7-14D6-4974-AE93-1794883E67D8}"/>
              </a:ext>
            </a:extLst>
          </p:cNvPr>
          <p:cNvSpPr/>
          <p:nvPr/>
        </p:nvSpPr>
        <p:spPr>
          <a:xfrm>
            <a:off x="6958012" y="4217194"/>
            <a:ext cx="1678782" cy="521494"/>
          </a:xfrm>
          <a:prstGeom prst="roundRect">
            <a:avLst>
              <a:gd name="adj" fmla="val 10693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effectLst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81EE057-3C5D-4919-9C81-26B4CD7CF3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1" r="43833" b="52179"/>
          <a:stretch/>
        </p:blipFill>
        <p:spPr bwMode="auto">
          <a:xfrm>
            <a:off x="12656457" y="7107814"/>
            <a:ext cx="6678494" cy="3090890"/>
          </a:xfrm>
          <a:prstGeom prst="rect">
            <a:avLst/>
          </a:prstGeom>
          <a:noFill/>
          <a:effectLst>
            <a:outerShdw blurRad="139700" dist="1016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A6C193BA-DC85-40B9-BEEA-1A14EE3C376A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7F19990-6F9A-4D9B-8266-E0C05D1D49BC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7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Export Reports on Collected Information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08FB398-63FB-42A1-9AAA-15C5EDCB9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t="9103" r="65223" b="52820"/>
          <a:stretch/>
        </p:blipFill>
        <p:spPr bwMode="auto">
          <a:xfrm>
            <a:off x="5125916" y="559453"/>
            <a:ext cx="4000500" cy="261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6E90C0B-2482-484F-9223-06BB22F60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1" r="43833" b="52179"/>
          <a:stretch/>
        </p:blipFill>
        <p:spPr bwMode="auto">
          <a:xfrm>
            <a:off x="4502941" y="2799210"/>
            <a:ext cx="7561026" cy="3499337"/>
          </a:xfrm>
          <a:prstGeom prst="rect">
            <a:avLst/>
          </a:prstGeom>
          <a:noFill/>
          <a:effectLst>
            <a:outerShdw blurRad="139700" dist="1016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5B8C64DD-5489-4662-B914-06119CA8313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B72CC3F-AB24-4103-8830-CA32CFF6CA9D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23317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Notes Section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D2DF9-27EC-4E73-A260-24E55290F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227" y="386975"/>
            <a:ext cx="3150411" cy="6084049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40BEDA5E-789C-4633-AE9D-48E365BE6644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2CF0D50-501E-4AA7-8647-41EDA04D3DC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93949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Notes Section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A7AA55-8826-4AC9-A1F4-4FA6702B41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58"/>
          <a:stretch/>
        </p:blipFill>
        <p:spPr>
          <a:xfrm>
            <a:off x="12973050" y="5772215"/>
            <a:ext cx="3306045" cy="3638485"/>
          </a:xfrm>
          <a:prstGeom prst="rect">
            <a:avLst/>
          </a:prstGeom>
          <a:noFill/>
          <a:effectLst>
            <a:outerShdw blurRad="139700" dist="1016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952E6E2B-D3F7-4064-89B3-EFBA07EB3264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7BC6F0B-FE23-4314-9734-7A59A2B5133E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D2DF9-27EC-4E73-A260-24E55290F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293" y="-6528305"/>
            <a:ext cx="6641936" cy="1282685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020746-3F9C-4E94-A4C4-133A22ED0E7C}"/>
              </a:ext>
            </a:extLst>
          </p:cNvPr>
          <p:cNvSpPr/>
          <p:nvPr/>
        </p:nvSpPr>
        <p:spPr>
          <a:xfrm>
            <a:off x="5397500" y="2647950"/>
            <a:ext cx="6330950" cy="2025650"/>
          </a:xfrm>
          <a:prstGeom prst="roundRect">
            <a:avLst>
              <a:gd name="adj" fmla="val 2874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028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8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3584331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1: </a:t>
            </a:r>
          </a:p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Functionality</a:t>
            </a:r>
          </a:p>
          <a:p>
            <a:pPr marL="342900" indent="-342900">
              <a:buFont typeface="Symbol" panose="05050102010706020507" pitchFamily="18" charset="2"/>
              <a:buChar char="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Notes Section</a:t>
            </a:r>
          </a:p>
          <a:p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D2DF9-27EC-4E73-A260-24E55290F2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068" y="775719"/>
            <a:ext cx="2294880" cy="443185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C0B773-FDF9-463B-8ECB-E8CAD57D1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58"/>
          <a:stretch/>
        </p:blipFill>
        <p:spPr>
          <a:xfrm>
            <a:off x="6515100" y="952565"/>
            <a:ext cx="5049716" cy="5557492"/>
          </a:xfrm>
          <a:prstGeom prst="rect">
            <a:avLst/>
          </a:prstGeom>
          <a:noFill/>
          <a:effectLst>
            <a:outerShdw blurRad="139700" dist="1016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8DF7BC-810F-40A2-A786-B1A4F3D376E6}"/>
              </a:ext>
            </a:extLst>
          </p:cNvPr>
          <p:cNvSpPr/>
          <p:nvPr/>
        </p:nvSpPr>
        <p:spPr>
          <a:xfrm>
            <a:off x="6515100" y="5505450"/>
            <a:ext cx="5049716" cy="4667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40B0B2-C0CC-4CA3-899B-483D6C33584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DE69B62-3EA6-4B1E-AD62-C3FF2AB37A12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58353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AB46C63-4E29-4911-A87D-F05B8A23BDB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CB2676F-63E3-4BAD-A0F6-1F8BAF53FC7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87460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Get client feedback on current presentation and prototype.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Implement final feedback adjustments and any bug fixes.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Move forward with the project finalization.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85248EC-51DA-47A5-844A-EA81ADBF3683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4C368A2-9965-4738-943D-DBE5E4ED687F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33407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8FCB25-76C9-4D3D-AE1F-F72976B0D23C}"/>
              </a:ext>
            </a:extLst>
          </p:cNvPr>
          <p:cNvSpPr txBox="1">
            <a:spLocks/>
          </p:cNvSpPr>
          <p:nvPr/>
        </p:nvSpPr>
        <p:spPr>
          <a:xfrm>
            <a:off x="838200" y="35215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000" dirty="0">
                <a:latin typeface="Poppins" panose="00000500000000000000" pitchFamily="2" charset="0"/>
                <a:cs typeface="Poppins" panose="00000500000000000000" pitchFamily="2" charset="0"/>
              </a:rPr>
              <a:t>Thank you for your time and patience.</a:t>
            </a:r>
          </a:p>
        </p:txBody>
      </p:sp>
    </p:spTree>
    <p:extLst>
      <p:ext uri="{BB962C8B-B14F-4D97-AF65-F5344CB8AC3E}">
        <p14:creationId xmlns:p14="http://schemas.microsoft.com/office/powerpoint/2010/main" val="92393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145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48148E-6 L -0.1207 0.00023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0.12669 -0.00023 " pathEditMode="relative" rAng="0" ptsTypes="AA">
                                      <p:cBhvr>
                                        <p:cTn id="11" dur="1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1306</Words>
  <Application>Microsoft Macintosh PowerPoint</Application>
  <PresentationFormat>Widescreen</PresentationFormat>
  <Paragraphs>426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Noto Sans SC</vt:lpstr>
      <vt:lpstr>Poppins</vt:lpstr>
      <vt:lpstr>Symbol</vt:lpstr>
      <vt:lpstr>Wingdings</vt:lpstr>
      <vt:lpstr>Office Theme</vt:lpstr>
      <vt:lpstr>PowerPoint Presentation</vt:lpstr>
      <vt:lpstr>semicolon</vt:lpstr>
      <vt:lpstr>Agenda</vt:lpstr>
      <vt:lpstr>Introduction</vt:lpstr>
      <vt:lpstr>Meet the Team</vt:lpstr>
      <vt:lpstr>Meet the Team</vt:lpstr>
      <vt:lpstr>Meet the Team</vt:lpstr>
      <vt:lpstr>Meet the Team</vt:lpstr>
      <vt:lpstr>Meet the Team</vt:lpstr>
      <vt:lpstr>PowerPoint Presentation</vt:lpstr>
      <vt:lpstr>PowerPoint Presentation</vt:lpstr>
      <vt:lpstr>PowerPoint Presentation</vt:lpstr>
      <vt:lpstr>PowerPoint Presentation</vt:lpstr>
      <vt:lpstr>Client Requirements - Challenges</vt:lpstr>
      <vt:lpstr>Client Requirements - Challenges</vt:lpstr>
      <vt:lpstr>Client Requirements - Challenges</vt:lpstr>
      <vt:lpstr>Client Requirements - Challenges</vt:lpstr>
      <vt:lpstr>Client Requirements - Goals</vt:lpstr>
      <vt:lpstr>Client Requirements - Goals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semicolon; Solution</vt:lpstr>
      <vt:lpstr>Next Steps</vt:lpstr>
      <vt:lpstr>Next Steps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semicolon;</dc:title>
  <dc:creator>Mohammad Yaseen</dc:creator>
  <cp:lastModifiedBy>Microsoft Office User</cp:lastModifiedBy>
  <cp:revision>74</cp:revision>
  <dcterms:created xsi:type="dcterms:W3CDTF">2025-01-26T01:44:43Z</dcterms:created>
  <dcterms:modified xsi:type="dcterms:W3CDTF">2025-03-31T13:30:51Z</dcterms:modified>
</cp:coreProperties>
</file>