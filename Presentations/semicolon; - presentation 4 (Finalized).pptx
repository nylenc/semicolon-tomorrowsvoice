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1" r:id="rId3"/>
    <p:sldId id="272" r:id="rId4"/>
    <p:sldId id="273" r:id="rId5"/>
    <p:sldId id="301" r:id="rId6"/>
    <p:sldId id="278" r:id="rId7"/>
    <p:sldId id="281" r:id="rId8"/>
    <p:sldId id="282" r:id="rId9"/>
    <p:sldId id="299" r:id="rId10"/>
    <p:sldId id="270" r:id="rId11"/>
    <p:sldId id="3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11"/>
    <p:restoredTop sz="96405"/>
  </p:normalViewPr>
  <p:slideViewPr>
    <p:cSldViewPr snapToGrid="0" snapToObjects="1" showGuides="1">
      <p:cViewPr>
        <p:scale>
          <a:sx n="130" d="100"/>
          <a:sy n="130" d="100"/>
        </p:scale>
        <p:origin x="776" y="6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D1D2-0AE6-744D-9D77-DBC3BBBD1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526FA-B41E-B84E-AC28-1DB9B2CBE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0F4BA-2E9B-574E-BE0D-F99DD7B7D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D5135-514E-B04E-A38A-467F7448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3C623-562F-4B49-A8E0-F7396A01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0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37B0-1BC2-8342-A16A-ACD93ED5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5748A-8CAD-A140-9647-968D33F85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C8BFB-CBE3-AB46-920B-A6F60951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CD263-691B-2E42-A080-3558196D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6A17-FED5-AE4F-852A-D855CA07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72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E2D9E-3AE1-E548-B64C-B7AD6B4B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D6587-8215-5B48-AF15-064CEF8D6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399C3-920E-0847-B786-0681602E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0A943-68AE-EE46-ABC2-D220E43F0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3BFFB-CBAE-414E-BCAE-5901BAB5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34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B958-ECBD-7B4B-821A-890A897D5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D9798-BCAB-3143-A96A-F638B5C4B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47367-EFDF-FD43-A38E-6A82EFA0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DD827-F70E-AF47-8AA0-37450718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4B0B1-2132-1347-ABEB-A5C73230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57E72-BB03-CB4A-A147-574A45A9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3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E2A00-AD03-D440-B56F-6F8E06A07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28FB2-1AD2-AF48-8F27-69B0F0FC4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75FAA-3916-9944-9183-E1DFBA265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DDDBE-7798-334B-9A4F-4DC351106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6E65E4-AF05-AD47-83B3-35E17F918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995997-31B6-4448-8F48-58EBA661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9C1960-8B93-C147-A5D4-D4639C1B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6BA70-4CE3-5B48-B1E5-BD724AE3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622F1-C8C0-1A45-86E6-0FE9A22E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CEB26-5A2F-B54F-9892-8C818988D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DF213-DE3B-8D43-8680-B7FCAB2A8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ED05E-1B7F-8F42-A5A4-19A98F79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1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4DC777-955E-6F46-84F1-BC4533B9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BB05CA-8EE3-0741-91AD-EB1B1CB1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91011-0104-A44A-A41D-4A0A00AC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42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3037-0B61-6548-8B91-7D4661CC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DFF44-D1F4-E148-904A-C94B9638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2A7603-4BC8-9A4C-A26A-5AFF1B8C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B6C2E-9E73-BC42-A6D4-929CE7124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35AC8-65BC-674B-8BE0-E6522AFE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215EE-BAE6-3647-9E58-72051D8B0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0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6E39-2DAB-7648-A15B-4E2A13BA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41CB2-72AC-894B-9078-64E717719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1AADD-6479-D54A-801B-32848DC16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904AA1-5984-DC4D-B0A1-9A6BD4EE2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BB4F9-118F-5944-A660-280B3C1A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5D188-1CEF-9145-A2EC-7D4F45545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99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4533-32F1-EE4E-B597-7A6558031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40136-FC14-7940-BFD6-767D71368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7C6B7-BB62-EA49-9B21-9FB7CC0A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C0EB1-1FA7-484F-BF7A-9C79589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078BD-22B7-4E41-B49C-EB6132CE0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7FDF9-D9B7-6641-BA18-FED07339CD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4AC5-F7B8-1542-B570-91A853E7D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652A2-5376-574E-8501-D17208C23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38B1E-9894-CB4E-85E6-CCF48E8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3CB54-350B-9B4F-BB82-BBA355050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8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39D5A-ECA8-0941-A646-62E688352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E588F-D804-3246-8A31-95951104E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DB8AD-8AB8-494C-99DF-C47D2D9C6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E0CB0-1AC3-974E-9A21-8AE6094E6569}" type="datetimeFigureOut">
              <a:rPr lang="en-US" smtClean="0"/>
              <a:t>3/31/25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650D-34F2-3E40-B959-A4676693D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9A73A-7604-654F-9274-EBE8F4D3B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D6AD4-2023-834D-BEFD-7939D27E5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4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3657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0F7460-EF37-4488-A430-A57C881B1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" y="2766218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D3612B9-2AF7-4960-9532-90F7DAA0FA26}"/>
              </a:ext>
            </a:extLst>
          </p:cNvPr>
          <p:cNvSpPr txBox="1">
            <a:spLocks/>
          </p:cNvSpPr>
          <p:nvPr/>
        </p:nvSpPr>
        <p:spPr>
          <a:xfrm>
            <a:off x="1269389" y="2766217"/>
            <a:ext cx="66938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423695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0.24231 1.48148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0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Agenda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; ?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Challenges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– Goals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The semi</a:t>
            </a: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solution: Demonstration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1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74268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C916-AEEA-4A07-85DA-4438A82CA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Introduction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CC0942-A9DE-49F0-8EFE-AE3CFC194E26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Client: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Todd – Tomorrow’s Voice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Project: </a:t>
            </a:r>
            <a:r>
              <a:rPr lang="en-CA" sz="2000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Tomorrows</a:t>
            </a:r>
            <a:r>
              <a:rPr lang="en-CA" sz="2000" b="1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Voices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Dev-Team: semi</a:t>
            </a:r>
            <a:r>
              <a:rPr lang="en-CA" sz="2000" b="1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Presentation Overview: Discussion and demonstration of </a:t>
            </a:r>
            <a:r>
              <a:rPr lang="en-CA" sz="2000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Tomorrows</a:t>
            </a:r>
            <a:r>
              <a:rPr lang="en-CA" sz="2000" b="1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Voices</a:t>
            </a: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 Web Application System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6CF6B835-164D-4AE2-B4E9-247C83DA7B08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D0EA1A3-11CD-45A4-8020-FD440798B85A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14693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Meet the Team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1133475" y="4931018"/>
            <a:ext cx="1771654" cy="5499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Radin</a:t>
            </a:r>
            <a:r>
              <a:rPr lang="en-CA" sz="1000" b="1" u="sng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</a:t>
            </a:r>
            <a:r>
              <a:rPr lang="en-CA" sz="1000" b="1" u="sng" dirty="0" err="1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Shahravan</a:t>
            </a:r>
            <a:endParaRPr lang="en-CA" sz="1000" b="1" u="sng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Team Lead;</a:t>
            </a:r>
          </a:p>
          <a:p>
            <a:pPr algn="ctr"/>
            <a:r>
              <a:rPr lang="en-CA" sz="1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Communications Manager</a:t>
            </a:r>
          </a:p>
          <a:p>
            <a:pPr algn="ctr"/>
            <a:endParaRPr lang="en-CA" sz="1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C48DF562-AE85-4468-8FC3-48F29DBF17ED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0026E2-B6AE-4122-8A4C-F22398E865A7}"/>
              </a:ext>
            </a:extLst>
          </p:cNvPr>
          <p:cNvSpPr txBox="1"/>
          <p:nvPr/>
        </p:nvSpPr>
        <p:spPr>
          <a:xfrm>
            <a:off x="3723193" y="4936472"/>
            <a:ext cx="1771654" cy="559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 err="1"/>
              <a:t>Nyle</a:t>
            </a:r>
            <a:r>
              <a:rPr lang="en-CA" sz="1000" dirty="0"/>
              <a:t> </a:t>
            </a:r>
            <a:r>
              <a:rPr lang="en-CA" sz="1000" dirty="0" err="1"/>
              <a:t>Bumanglag</a:t>
            </a:r>
            <a:endParaRPr lang="en-CA" sz="1000" dirty="0"/>
          </a:p>
          <a:p>
            <a:r>
              <a:rPr lang="en-CA" sz="1000" b="0" u="none" dirty="0"/>
              <a:t>GitHub Manager; Disaster Recovery Manager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C498F8A5-ACFB-49E0-8603-6C5540F8C04E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D66B5A-675E-4206-888A-86B53EE69D00}"/>
              </a:ext>
            </a:extLst>
          </p:cNvPr>
          <p:cNvSpPr txBox="1"/>
          <p:nvPr/>
        </p:nvSpPr>
        <p:spPr>
          <a:xfrm>
            <a:off x="6697154" y="4926947"/>
            <a:ext cx="1771654" cy="5539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/>
              <a:t>Sahil Patel</a:t>
            </a:r>
          </a:p>
          <a:p>
            <a:r>
              <a:rPr lang="en-CA" sz="1000" b="0" u="none" dirty="0"/>
              <a:t>Team Scheduler;</a:t>
            </a:r>
          </a:p>
          <a:p>
            <a:r>
              <a:rPr lang="en-CA" sz="1000" b="0" u="none" dirty="0"/>
              <a:t>Azure </a:t>
            </a:r>
            <a:r>
              <a:rPr lang="en-CA" sz="1000" b="0" u="none" dirty="0" err="1"/>
              <a:t>Hoster</a:t>
            </a:r>
            <a:endParaRPr lang="en-CA" sz="1000" b="0" u="non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EE828B-50E0-43B6-A009-4EA933002C7C}"/>
              </a:ext>
            </a:extLst>
          </p:cNvPr>
          <p:cNvSpPr txBox="1"/>
          <p:nvPr/>
        </p:nvSpPr>
        <p:spPr>
          <a:xfrm>
            <a:off x="9286871" y="4936472"/>
            <a:ext cx="1771654" cy="5499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ct val="0"/>
              </a:spcBef>
              <a:buNone/>
              <a:defRPr sz="1200" b="1" u="sng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sz="1000" dirty="0"/>
              <a:t>Mohammad Yaseen</a:t>
            </a:r>
          </a:p>
          <a:p>
            <a:r>
              <a:rPr lang="en-CA" sz="1000" b="0" u="none" dirty="0"/>
              <a:t>Presentation Coordinator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32B94-6245-114A-8813-8A3B9710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698" y="2063245"/>
            <a:ext cx="1981200" cy="264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57498D-97D4-4F41-A136-01BF829C2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781" y="2063245"/>
            <a:ext cx="1981200" cy="2641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71EE33-D967-0B46-9C41-8866C37FD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019" y="2063245"/>
            <a:ext cx="1981200" cy="2641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491071-9341-604B-B619-C67FE7EDB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302" y="2063245"/>
            <a:ext cx="19812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528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636A3FE-306F-4074-9E13-FCE04DC1C536}"/>
              </a:ext>
            </a:extLst>
          </p:cNvPr>
          <p:cNvSpPr txBox="1"/>
          <p:nvPr/>
        </p:nvSpPr>
        <p:spPr>
          <a:xfrm>
            <a:off x="838200" y="2743200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We’re optimised, efficient, and well versed with our work, with experience in our areas of expertise, upholding standard and quality with our product and services.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We’re a team of dedicated and skilled programmers, working to bring about the best results according to your requirements.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BBAD1AA-A746-4189-AF73-E2AAFFAD9291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6F515FEB-DC0A-4CA4-84FC-9179E6AABF96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AA14B4-EB08-49D6-90B3-25DF8BBFA16C}"/>
              </a:ext>
            </a:extLst>
          </p:cNvPr>
          <p:cNvSpPr txBox="1"/>
          <p:nvPr/>
        </p:nvSpPr>
        <p:spPr>
          <a:xfrm>
            <a:off x="838200" y="3935059"/>
            <a:ext cx="10515600" cy="998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457200" indent="-457200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200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defRPr>
            </a:lvl1pPr>
          </a:lstStyle>
          <a:p>
            <a:r>
              <a:rPr lang="en-CA" dirty="0"/>
              <a:t>We uphold TIME as one of the core crucial currencies. Ours and yours!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0D27318-5ABA-4582-B000-A4EE3D3FBC86}"/>
              </a:ext>
            </a:extLst>
          </p:cNvPr>
          <p:cNvSpPr txBox="1">
            <a:spLocks/>
          </p:cNvSpPr>
          <p:nvPr/>
        </p:nvSpPr>
        <p:spPr>
          <a:xfrm>
            <a:off x="839519" y="334292"/>
            <a:ext cx="10515600" cy="1185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Why </a:t>
            </a:r>
            <a:r>
              <a:rPr lang="en-CA" sz="2800" b="1" dirty="0">
                <a:latin typeface="Noto Sans SC" panose="020B0200000000000000" pitchFamily="34" charset="-128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1891451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- Challenges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841206F-DB20-41A4-A797-F3AB47207659}"/>
              </a:ext>
            </a:extLst>
          </p:cNvPr>
          <p:cNvSpPr txBox="1">
            <a:spLocks/>
          </p:cNvSpPr>
          <p:nvPr/>
        </p:nvSpPr>
        <p:spPr>
          <a:xfrm>
            <a:off x="838197" y="262206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Geographically Dispersed Operations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Attendance Tracking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Communication Needs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F48FCD-13DB-4A16-9142-691C59E69F9B}"/>
              </a:ext>
            </a:extLst>
          </p:cNvPr>
          <p:cNvSpPr txBox="1">
            <a:spLocks/>
          </p:cNvSpPr>
          <p:nvPr/>
        </p:nvSpPr>
        <p:spPr>
          <a:xfrm>
            <a:off x="6095998" y="262206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Volunteer Management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Current State – Google Sheet Signup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Future Expansion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Data Management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Reminders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F04A259-A61D-4695-9CB7-F6FD1837DF97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68EBF27-E4ED-4E78-B70B-19FDA343A883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432987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Client Requirements - Goals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841206F-DB20-41A4-A797-F3AB47207659}"/>
              </a:ext>
            </a:extLst>
          </p:cNvPr>
          <p:cNvSpPr txBox="1">
            <a:spLocks/>
          </p:cNvSpPr>
          <p:nvPr/>
        </p:nvSpPr>
        <p:spPr>
          <a:xfrm>
            <a:off x="838197" y="229821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Choir Administration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centralized system to track weekly attendance.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communication between directors and management; updates on weekly sessions.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F48FCD-13DB-4A16-9142-691C59E69F9B}"/>
              </a:ext>
            </a:extLst>
          </p:cNvPr>
          <p:cNvSpPr txBox="1">
            <a:spLocks/>
          </p:cNvSpPr>
          <p:nvPr/>
        </p:nvSpPr>
        <p:spPr>
          <a:xfrm>
            <a:off x="6095998" y="2298214"/>
            <a:ext cx="5257800" cy="37644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Volunteer Management</a:t>
            </a:r>
          </a:p>
          <a:p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platform to make volunteer sign-ups more efficient.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Handle multiple events and programs.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database that stores volunteer information.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CA" sz="18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CA" sz="1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A Volunteer Portal for volunteers to pick and view shifts.</a:t>
            </a:r>
            <a:endParaRPr lang="en-CA" sz="16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D5B30B8-3AA8-4ECB-8749-1FA345F61D23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9C29C9F4-F70C-4A61-B1DA-35D7D97C0831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615077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D768FAA-FDF6-4775-8E76-77B42FAB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453"/>
            <a:ext cx="10515600" cy="735012"/>
          </a:xfrm>
        </p:spPr>
        <p:txBody>
          <a:bodyPr>
            <a:normAutofit/>
          </a:bodyPr>
          <a:lstStyle/>
          <a:p>
            <a:r>
              <a:rPr lang="en-CA" sz="28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Next Steps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731131-C25D-4A51-98B7-AC8E3D98D049}"/>
              </a:ext>
            </a:extLst>
          </p:cNvPr>
          <p:cNvSpPr txBox="1">
            <a:spLocks/>
          </p:cNvSpPr>
          <p:nvPr/>
        </p:nvSpPr>
        <p:spPr>
          <a:xfrm>
            <a:off x="838200" y="1744786"/>
            <a:ext cx="10515600" cy="51307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Get client feedback on current presentation and prototype.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Implement final feedback adjustments and any bug fixes.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000" dirty="0"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Move forward with the project finalization.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785248EC-51DA-47A5-844A-EA81ADBF3683}"/>
              </a:ext>
            </a:extLst>
          </p:cNvPr>
          <p:cNvSpPr txBox="1">
            <a:spLocks/>
          </p:cNvSpPr>
          <p:nvPr/>
        </p:nvSpPr>
        <p:spPr>
          <a:xfrm>
            <a:off x="10073054" y="-212411"/>
            <a:ext cx="194368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sz="2400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sz="2400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4C368A2-9965-4738-943D-DBE5E4ED687F}"/>
              </a:ext>
            </a:extLst>
          </p:cNvPr>
          <p:cNvSpPr txBox="1">
            <a:spLocks/>
          </p:cNvSpPr>
          <p:nvPr/>
        </p:nvSpPr>
        <p:spPr>
          <a:xfrm>
            <a:off x="11735678" y="-212412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400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33407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B3B34B-7862-436E-96F8-C37C0857BD06}"/>
              </a:ext>
            </a:extLst>
          </p:cNvPr>
          <p:cNvSpPr txBox="1">
            <a:spLocks/>
          </p:cNvSpPr>
          <p:nvPr/>
        </p:nvSpPr>
        <p:spPr>
          <a:xfrm>
            <a:off x="4295775" y="2766219"/>
            <a:ext cx="34537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F18302-4A0E-4DF7-9A65-2DABDDF1B2EA}"/>
              </a:ext>
            </a:extLst>
          </p:cNvPr>
          <p:cNvSpPr txBox="1">
            <a:spLocks/>
          </p:cNvSpPr>
          <p:nvPr/>
        </p:nvSpPr>
        <p:spPr>
          <a:xfrm>
            <a:off x="7406559" y="2766218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8FCB25-76C9-4D3D-AE1F-F72976B0D23C}"/>
              </a:ext>
            </a:extLst>
          </p:cNvPr>
          <p:cNvSpPr txBox="1">
            <a:spLocks/>
          </p:cNvSpPr>
          <p:nvPr/>
        </p:nvSpPr>
        <p:spPr>
          <a:xfrm>
            <a:off x="838200" y="35215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sz="2000" dirty="0">
                <a:latin typeface="Poppins" panose="00000500000000000000" pitchFamily="2" charset="0"/>
                <a:cs typeface="Poppins" panose="00000500000000000000" pitchFamily="2" charset="0"/>
              </a:rPr>
              <a:t>Let’s head to the demonstration…</a:t>
            </a:r>
          </a:p>
        </p:txBody>
      </p:sp>
    </p:spTree>
    <p:extLst>
      <p:ext uri="{BB962C8B-B14F-4D97-AF65-F5344CB8AC3E}">
        <p14:creationId xmlns:p14="http://schemas.microsoft.com/office/powerpoint/2010/main" val="9239336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5B3B34B-7862-436E-96F8-C37C0857BD06}"/>
              </a:ext>
            </a:extLst>
          </p:cNvPr>
          <p:cNvSpPr txBox="1">
            <a:spLocks/>
          </p:cNvSpPr>
          <p:nvPr/>
        </p:nvSpPr>
        <p:spPr>
          <a:xfrm>
            <a:off x="4295775" y="2766219"/>
            <a:ext cx="34537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semi</a:t>
            </a:r>
            <a:r>
              <a:rPr lang="en-CA" b="1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colon</a:t>
            </a:r>
            <a:endParaRPr lang="en-CA" dirty="0">
              <a:effectLst>
                <a:outerShdw blurRad="76200" dist="50800" dir="8100000" algn="tr" rotWithShape="0">
                  <a:schemeClr val="tx1">
                    <a:lumMod val="95000"/>
                    <a:lumOff val="5000"/>
                    <a:alpha val="30000"/>
                  </a:schemeClr>
                </a:outerShdw>
              </a:effectLst>
              <a:latin typeface="Poppins" panose="00000500000000000000" pitchFamily="2" charset="0"/>
              <a:ea typeface="Noto Sans SC" panose="020B0200000000000000" pitchFamily="34" charset="-128"/>
              <a:cs typeface="Poppins" panose="00000500000000000000" pitchFamily="2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BF18302-4A0E-4DF7-9A65-2DABDDF1B2EA}"/>
              </a:ext>
            </a:extLst>
          </p:cNvPr>
          <p:cNvSpPr txBox="1">
            <a:spLocks/>
          </p:cNvSpPr>
          <p:nvPr/>
        </p:nvSpPr>
        <p:spPr>
          <a:xfrm>
            <a:off x="7406559" y="2766218"/>
            <a:ext cx="321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effectLst>
                  <a:outerShdw blurRad="76200" dist="50800" dir="8100000" algn="tr" rotWithShape="0">
                    <a:schemeClr val="tx1">
                      <a:lumMod val="95000"/>
                      <a:lumOff val="5000"/>
                      <a:alpha val="30000"/>
                    </a:schemeClr>
                  </a:outerShdw>
                </a:effectLst>
                <a:latin typeface="Poppins" panose="00000500000000000000" pitchFamily="2" charset="0"/>
                <a:ea typeface="Noto Sans SC" panose="020B0200000000000000" pitchFamily="34" charset="-128"/>
                <a:cs typeface="Poppins" panose="00000500000000000000" pitchFamily="2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114501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1.48148E-6 L -0.1207 0.00023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42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0 L 0.12669 -0.00023 " pathEditMode="relative" rAng="0" ptsTypes="AA">
                                      <p:cBhvr>
                                        <p:cTn id="11" dur="1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289</Words>
  <Application>Microsoft Macintosh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Noto Sans SC</vt:lpstr>
      <vt:lpstr>Poppins</vt:lpstr>
      <vt:lpstr>Wingdings</vt:lpstr>
      <vt:lpstr>Office Theme</vt:lpstr>
      <vt:lpstr>PowerPoint Presentation</vt:lpstr>
      <vt:lpstr>semicolon</vt:lpstr>
      <vt:lpstr>Agenda</vt:lpstr>
      <vt:lpstr>Introduction</vt:lpstr>
      <vt:lpstr>Meet the Team</vt:lpstr>
      <vt:lpstr>PowerPoint Presentation</vt:lpstr>
      <vt:lpstr>Client Requirements - Challenges</vt:lpstr>
      <vt:lpstr>Client Requirements - Goals</vt:lpstr>
      <vt:lpstr>Next Steps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19</cp:revision>
  <dcterms:created xsi:type="dcterms:W3CDTF">2025-03-03T14:06:33Z</dcterms:created>
  <dcterms:modified xsi:type="dcterms:W3CDTF">2025-03-31T13:43:06Z</dcterms:modified>
</cp:coreProperties>
</file>