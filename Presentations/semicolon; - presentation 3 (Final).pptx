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71" r:id="rId3"/>
    <p:sldId id="272" r:id="rId4"/>
    <p:sldId id="273" r:id="rId5"/>
    <p:sldId id="275" r:id="rId6"/>
    <p:sldId id="301" r:id="rId7"/>
    <p:sldId id="270" r:id="rId8"/>
    <p:sldId id="30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511"/>
    <p:restoredTop sz="96405"/>
  </p:normalViewPr>
  <p:slideViewPr>
    <p:cSldViewPr snapToGrid="0" snapToObjects="1" showGuides="1">
      <p:cViewPr varScale="1">
        <p:scale>
          <a:sx n="145" d="100"/>
          <a:sy n="145" d="100"/>
        </p:scale>
        <p:origin x="192" y="2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9D1D2-0AE6-744D-9D77-DBC3BBBD13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7526FA-B41E-B84E-AC28-1DB9B2CBE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0F4BA-2E9B-574E-BE0D-F99DD7B7D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E0CB0-1AC3-974E-9A21-8AE6094E6569}" type="datetimeFigureOut">
              <a:rPr lang="en-US" smtClean="0"/>
              <a:t>3/31/25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D5135-514E-B04E-A38A-467F7448A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83C623-562F-4B49-A8E0-F7396A01C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AD4-2023-834D-BEFD-7939D27E5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908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537B0-1BC2-8342-A16A-ACD93ED57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5748A-8CAD-A140-9647-968D33F85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3C8BFB-CBE3-AB46-920B-A6F609516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E0CB0-1AC3-974E-9A21-8AE6094E6569}" type="datetimeFigureOut">
              <a:rPr lang="en-US" smtClean="0"/>
              <a:t>3/31/25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CD263-691B-2E42-A080-3558196DA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B56A17-FED5-AE4F-852A-D855CA072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AD4-2023-834D-BEFD-7939D27E5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720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E2D9E-3AE1-E548-B64C-B7AD6B4BD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D6587-8215-5B48-AF15-064CEF8D65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399C3-920E-0847-B786-0681602E3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E0CB0-1AC3-974E-9A21-8AE6094E6569}" type="datetimeFigureOut">
              <a:rPr lang="en-US" smtClean="0"/>
              <a:t>3/31/25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0A943-68AE-EE46-ABC2-D220E43F0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53BFFB-CBAE-414E-BCAE-5901BAB59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AD4-2023-834D-BEFD-7939D27E5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434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BB958-ECBD-7B4B-821A-890A897D5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D9798-BCAB-3143-A96A-F638B5C4BB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B47367-EFDF-FD43-A38E-6A82EFA097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BDD827-F70E-AF47-8AA0-374507188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E0CB0-1AC3-974E-9A21-8AE6094E6569}" type="datetimeFigureOut">
              <a:rPr lang="en-US" smtClean="0"/>
              <a:t>3/31/25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F4B0B1-2132-1347-ABEB-A5C732300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B57E72-BB03-CB4A-A147-574A45A96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AD4-2023-834D-BEFD-7939D27E5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136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E2A00-AD03-D440-B56F-6F8E06A07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28FB2-1AD2-AF48-8F27-69B0F0FC45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C75FAA-3916-9944-9183-E1DFBA2657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ADDDBE-7798-334B-9A4F-4DC3511067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6E65E4-AF05-AD47-83B3-35E17F918A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995997-31B6-4448-8F48-58EBA6619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E0CB0-1AC3-974E-9A21-8AE6094E6569}" type="datetimeFigureOut">
              <a:rPr lang="en-US" smtClean="0"/>
              <a:t>3/31/25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9C1960-8B93-C147-A5D4-D4639C1BE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26BA70-4CE3-5B48-B1E5-BD724AE3D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AD4-2023-834D-BEFD-7939D27E5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6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622F1-C8C0-1A45-86E6-0FE9A22E0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FCEB26-5A2F-B54F-9892-8C818988D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E0CB0-1AC3-974E-9A21-8AE6094E6569}" type="datetimeFigureOut">
              <a:rPr lang="en-US" smtClean="0"/>
              <a:t>3/31/25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CDF213-DE3B-8D43-8680-B7FCAB2A8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1ED05E-1B7F-8F42-A5A4-19A98F79A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AD4-2023-834D-BEFD-7939D27E5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811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4DC777-955E-6F46-84F1-BC4533B90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E0CB0-1AC3-974E-9A21-8AE6094E6569}" type="datetimeFigureOut">
              <a:rPr lang="en-US" smtClean="0"/>
              <a:t>3/31/25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BB05CA-8EE3-0741-91AD-EB1B1CB1C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091011-0104-A44A-A41D-4A0A00AC7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AD4-2023-834D-BEFD-7939D27E5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742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83037-0B61-6548-8B91-7D4661CCE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DFF44-D1F4-E148-904A-C94B96382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2A7603-4BC8-9A4C-A26A-5AFF1B8C8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5B6C2E-9E73-BC42-A6D4-929CE7124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E0CB0-1AC3-974E-9A21-8AE6094E6569}" type="datetimeFigureOut">
              <a:rPr lang="en-US" smtClean="0"/>
              <a:t>3/31/25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B35AC8-65BC-674B-8BE0-E6522AFE9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1215EE-BAE6-3647-9E58-72051D8B0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AD4-2023-834D-BEFD-7939D27E5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707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46E39-2DAB-7648-A15B-4E2A13BA4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F41CB2-72AC-894B-9078-64E717719E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F1AADD-6479-D54A-801B-32848DC168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904AA1-5984-DC4D-B0A1-9A6BD4EE2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E0CB0-1AC3-974E-9A21-8AE6094E6569}" type="datetimeFigureOut">
              <a:rPr lang="en-US" smtClean="0"/>
              <a:t>3/31/25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BB4F9-118F-5944-A660-280B3C1AA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E5D188-1CEF-9145-A2EC-7D4F45545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AD4-2023-834D-BEFD-7939D27E5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99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C4533-32F1-EE4E-B597-7A6558031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640136-FC14-7940-BFD6-767D713683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67C6B7-BB62-EA49-9B21-9FB7CC0AA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E0CB0-1AC3-974E-9A21-8AE6094E6569}" type="datetimeFigureOut">
              <a:rPr lang="en-US" smtClean="0"/>
              <a:t>3/31/25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7C0EB1-1FA7-484F-BF7A-9C7958924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3078BD-22B7-4E41-B49C-EB6132CE0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AD4-2023-834D-BEFD-7939D27E5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494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57FDF9-D9B7-6641-BA18-FED07339CD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7D4AC5-F7B8-1542-B570-91A853E7D0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9652A2-5376-574E-8501-D17208C23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E0CB0-1AC3-974E-9A21-8AE6094E6569}" type="datetimeFigureOut">
              <a:rPr lang="en-US" smtClean="0"/>
              <a:t>3/31/25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38B1E-9894-CB4E-85E6-CCF48E868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3CB54-350B-9B4F-BB82-BBA355050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AD4-2023-834D-BEFD-7939D27E5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389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239D5A-ECA8-0941-A646-62E688352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E588F-D804-3246-8A31-95951104E3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DB8AD-8AB8-494C-99DF-C47D2D9C66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DE0CB0-1AC3-974E-9A21-8AE6094E6569}" type="datetimeFigureOut">
              <a:rPr lang="en-US" smtClean="0"/>
              <a:t>3/31/25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8650D-34F2-3E40-B959-A4676693D0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D9A73A-7604-654F-9274-EBE8F4D3BC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3D6AD4-2023-834D-BEFD-7939D27E5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547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13657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50F7460-EF37-4488-A430-A57C881B1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00" y="2766218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CA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DD3612B9-2AF7-4960-9532-90F7DAA0FA26}"/>
              </a:ext>
            </a:extLst>
          </p:cNvPr>
          <p:cNvSpPr txBox="1">
            <a:spLocks/>
          </p:cNvSpPr>
          <p:nvPr/>
        </p:nvSpPr>
        <p:spPr>
          <a:xfrm>
            <a:off x="1269389" y="2766217"/>
            <a:ext cx="669387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0423695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1.48148E-6 L 0.24231 1.48148E-6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10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BC916-AEEA-4A07-85DA-4438A82CA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9453"/>
            <a:ext cx="10515600" cy="735012"/>
          </a:xfrm>
        </p:spPr>
        <p:txBody>
          <a:bodyPr>
            <a:normAutofit/>
          </a:bodyPr>
          <a:lstStyle/>
          <a:p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Agenda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5CC0942-A9DE-49F0-8EFE-AE3CFC194E26}"/>
              </a:ext>
            </a:extLst>
          </p:cNvPr>
          <p:cNvSpPr txBox="1">
            <a:spLocks/>
          </p:cNvSpPr>
          <p:nvPr/>
        </p:nvSpPr>
        <p:spPr>
          <a:xfrm>
            <a:off x="838200" y="1744786"/>
            <a:ext cx="10515600" cy="51307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Introduction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Improvements to P1 and P2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What’s New with P3?</a:t>
            </a:r>
          </a:p>
          <a:p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Demonstration</a:t>
            </a:r>
          </a:p>
          <a:p>
            <a:pPr lvl="1"/>
            <a:r>
              <a:rPr lang="en-CA" sz="1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Next Steps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6CF6B835-164D-4AE2-B4E9-247C83DA7B08}"/>
              </a:ext>
            </a:extLst>
          </p:cNvPr>
          <p:cNvSpPr txBox="1">
            <a:spLocks/>
          </p:cNvSpPr>
          <p:nvPr/>
        </p:nvSpPr>
        <p:spPr>
          <a:xfrm>
            <a:off x="10073054" y="-212411"/>
            <a:ext cx="19436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400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sz="2400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8D0EA1A3-11CD-45A4-8020-FD440798B85A}"/>
              </a:ext>
            </a:extLst>
          </p:cNvPr>
          <p:cNvSpPr txBox="1">
            <a:spLocks/>
          </p:cNvSpPr>
          <p:nvPr/>
        </p:nvSpPr>
        <p:spPr>
          <a:xfrm>
            <a:off x="11735678" y="-212412"/>
            <a:ext cx="321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5742689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BC916-AEEA-4A07-85DA-4438A82CA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9453"/>
            <a:ext cx="10515600" cy="735012"/>
          </a:xfrm>
        </p:spPr>
        <p:txBody>
          <a:bodyPr>
            <a:normAutofit/>
          </a:bodyPr>
          <a:lstStyle/>
          <a:p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Introduction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5CC0942-A9DE-49F0-8EFE-AE3CFC194E26}"/>
              </a:ext>
            </a:extLst>
          </p:cNvPr>
          <p:cNvSpPr txBox="1">
            <a:spLocks/>
          </p:cNvSpPr>
          <p:nvPr/>
        </p:nvSpPr>
        <p:spPr>
          <a:xfrm>
            <a:off x="838200" y="1744786"/>
            <a:ext cx="10515600" cy="51307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Project: Tomorrows</a:t>
            </a:r>
            <a:r>
              <a:rPr lang="en-CA" sz="2000" b="1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Voices</a:t>
            </a: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Dev-Team: semi</a:t>
            </a:r>
            <a:r>
              <a:rPr lang="en-CA" sz="2000" b="1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Presentation Overview: A deep dive into Prototype 3 (P3), and previous prototype fixes.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6CF6B835-164D-4AE2-B4E9-247C83DA7B08}"/>
              </a:ext>
            </a:extLst>
          </p:cNvPr>
          <p:cNvSpPr txBox="1">
            <a:spLocks/>
          </p:cNvSpPr>
          <p:nvPr/>
        </p:nvSpPr>
        <p:spPr>
          <a:xfrm>
            <a:off x="10073054" y="-212411"/>
            <a:ext cx="19436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400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sz="2400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8D0EA1A3-11CD-45A4-8020-FD440798B85A}"/>
              </a:ext>
            </a:extLst>
          </p:cNvPr>
          <p:cNvSpPr txBox="1">
            <a:spLocks/>
          </p:cNvSpPr>
          <p:nvPr/>
        </p:nvSpPr>
        <p:spPr>
          <a:xfrm>
            <a:off x="11735678" y="-212412"/>
            <a:ext cx="321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0146939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BC916-AEEA-4A07-85DA-4438A82CA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9453"/>
            <a:ext cx="10515600" cy="735012"/>
          </a:xfrm>
        </p:spPr>
        <p:txBody>
          <a:bodyPr>
            <a:normAutofit/>
          </a:bodyPr>
          <a:lstStyle/>
          <a:p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Improvements to P1 and P2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5CC0942-A9DE-49F0-8EFE-AE3CFC194E26}"/>
              </a:ext>
            </a:extLst>
          </p:cNvPr>
          <p:cNvSpPr txBox="1">
            <a:spLocks/>
          </p:cNvSpPr>
          <p:nvPr/>
        </p:nvSpPr>
        <p:spPr>
          <a:xfrm>
            <a:off x="838200" y="1744786"/>
            <a:ext cx="10515600" cy="51307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UI/UX consistency and unification.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Export by Filter option added to Session and Events pages.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Bug and Functionality Fixes.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Overall consistency in application.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6CF6B835-164D-4AE2-B4E9-247C83DA7B08}"/>
              </a:ext>
            </a:extLst>
          </p:cNvPr>
          <p:cNvSpPr txBox="1">
            <a:spLocks/>
          </p:cNvSpPr>
          <p:nvPr/>
        </p:nvSpPr>
        <p:spPr>
          <a:xfrm>
            <a:off x="10073054" y="-212411"/>
            <a:ext cx="19436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400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sz="2400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8D0EA1A3-11CD-45A4-8020-FD440798B85A}"/>
              </a:ext>
            </a:extLst>
          </p:cNvPr>
          <p:cNvSpPr txBox="1">
            <a:spLocks/>
          </p:cNvSpPr>
          <p:nvPr/>
        </p:nvSpPr>
        <p:spPr>
          <a:xfrm>
            <a:off x="11735678" y="-212412"/>
            <a:ext cx="321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394366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BC916-AEEA-4A07-85DA-4438A82CA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9453"/>
            <a:ext cx="10515600" cy="735012"/>
          </a:xfrm>
        </p:spPr>
        <p:txBody>
          <a:bodyPr>
            <a:normAutofit/>
          </a:bodyPr>
          <a:lstStyle/>
          <a:p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What’s New with P3?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5CC0942-A9DE-49F0-8EFE-AE3CFC194E26}"/>
              </a:ext>
            </a:extLst>
          </p:cNvPr>
          <p:cNvSpPr txBox="1">
            <a:spLocks/>
          </p:cNvSpPr>
          <p:nvPr/>
        </p:nvSpPr>
        <p:spPr>
          <a:xfrm>
            <a:off x="838200" y="1744786"/>
            <a:ext cx="10515600" cy="51307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Volunteer Management System implementation and fixes.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Added User Administration functionality.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Easy and efficient scheduling system integration.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Admin Portal to view all activities in glimpse and detail.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Upgrade for reviewing Volunteer Applications under one portal (instead of G-Sheets).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and more…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6CF6B835-164D-4AE2-B4E9-247C83DA7B08}"/>
              </a:ext>
            </a:extLst>
          </p:cNvPr>
          <p:cNvSpPr txBox="1">
            <a:spLocks/>
          </p:cNvSpPr>
          <p:nvPr/>
        </p:nvSpPr>
        <p:spPr>
          <a:xfrm>
            <a:off x="10073054" y="-212411"/>
            <a:ext cx="19436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400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sz="2400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8D0EA1A3-11CD-45A4-8020-FD440798B85A}"/>
              </a:ext>
            </a:extLst>
          </p:cNvPr>
          <p:cNvSpPr txBox="1">
            <a:spLocks/>
          </p:cNvSpPr>
          <p:nvPr/>
        </p:nvSpPr>
        <p:spPr>
          <a:xfrm>
            <a:off x="11735678" y="-212412"/>
            <a:ext cx="321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4199228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55B3B34B-7862-436E-96F8-C37C0857BD06}"/>
              </a:ext>
            </a:extLst>
          </p:cNvPr>
          <p:cNvSpPr txBox="1">
            <a:spLocks/>
          </p:cNvSpPr>
          <p:nvPr/>
        </p:nvSpPr>
        <p:spPr>
          <a:xfrm>
            <a:off x="4295775" y="2766219"/>
            <a:ext cx="345376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DBF18302-4A0E-4DF7-9A65-2DABDDF1B2EA}"/>
              </a:ext>
            </a:extLst>
          </p:cNvPr>
          <p:cNvSpPr txBox="1">
            <a:spLocks/>
          </p:cNvSpPr>
          <p:nvPr/>
        </p:nvSpPr>
        <p:spPr>
          <a:xfrm>
            <a:off x="7406559" y="2766218"/>
            <a:ext cx="321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D8FCB25-76C9-4D3D-AE1F-F72976B0D23C}"/>
              </a:ext>
            </a:extLst>
          </p:cNvPr>
          <p:cNvSpPr txBox="1">
            <a:spLocks/>
          </p:cNvSpPr>
          <p:nvPr/>
        </p:nvSpPr>
        <p:spPr>
          <a:xfrm>
            <a:off x="838200" y="35215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000" dirty="0">
                <a:latin typeface="Poppins" panose="00000500000000000000" pitchFamily="2" charset="0"/>
                <a:cs typeface="Poppins" panose="00000500000000000000" pitchFamily="2" charset="0"/>
              </a:rPr>
              <a:t>Let’s head to the demonstration…</a:t>
            </a:r>
          </a:p>
        </p:txBody>
      </p:sp>
    </p:spTree>
    <p:extLst>
      <p:ext uri="{BB962C8B-B14F-4D97-AF65-F5344CB8AC3E}">
        <p14:creationId xmlns:p14="http://schemas.microsoft.com/office/powerpoint/2010/main" val="9239336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55B3B34B-7862-436E-96F8-C37C0857BD06}"/>
              </a:ext>
            </a:extLst>
          </p:cNvPr>
          <p:cNvSpPr txBox="1">
            <a:spLocks/>
          </p:cNvSpPr>
          <p:nvPr/>
        </p:nvSpPr>
        <p:spPr>
          <a:xfrm>
            <a:off x="4295775" y="2766219"/>
            <a:ext cx="345376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DBF18302-4A0E-4DF7-9A65-2DABDDF1B2EA}"/>
              </a:ext>
            </a:extLst>
          </p:cNvPr>
          <p:cNvSpPr txBox="1">
            <a:spLocks/>
          </p:cNvSpPr>
          <p:nvPr/>
        </p:nvSpPr>
        <p:spPr>
          <a:xfrm>
            <a:off x="7406559" y="2766218"/>
            <a:ext cx="321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8114501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1.48148E-6 L -0.1207 0.00023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042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0 L 0.12669 -0.00023 " pathEditMode="relative" rAng="0" ptsTypes="AA">
                                      <p:cBhvr>
                                        <p:cTn id="11" dur="1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9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145</Words>
  <Application>Microsoft Macintosh PowerPoint</Application>
  <PresentationFormat>Widescreen</PresentationFormat>
  <Paragraphs>53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Poppins</vt:lpstr>
      <vt:lpstr>Office Theme</vt:lpstr>
      <vt:lpstr>PowerPoint Presentation</vt:lpstr>
      <vt:lpstr>semicolon</vt:lpstr>
      <vt:lpstr>Agenda</vt:lpstr>
      <vt:lpstr>Introduction</vt:lpstr>
      <vt:lpstr>Improvements to P1 and P2</vt:lpstr>
      <vt:lpstr>What’s New with P3?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13</cp:revision>
  <dcterms:created xsi:type="dcterms:W3CDTF">2025-03-03T14:06:33Z</dcterms:created>
  <dcterms:modified xsi:type="dcterms:W3CDTF">2025-03-31T14:49:32Z</dcterms:modified>
</cp:coreProperties>
</file>