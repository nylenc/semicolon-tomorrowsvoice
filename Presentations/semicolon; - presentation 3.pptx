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72" r:id="rId4"/>
    <p:sldId id="273" r:id="rId5"/>
    <p:sldId id="275" r:id="rId6"/>
    <p:sldId id="270" r:id="rId7"/>
    <p:sldId id="3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01"/>
    <p:restoredTop sz="96405"/>
  </p:normalViewPr>
  <p:slideViewPr>
    <p:cSldViewPr snapToGrid="0" snapToObjects="1" showGuide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D1D2-0AE6-744D-9D77-DBC3BBBD1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26FA-B41E-B84E-AC28-1DB9B2CB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F4BA-2E9B-574E-BE0D-F99DD7B7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5135-514E-B04E-A38A-467F7448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C623-562F-4B49-A8E0-F7396A01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0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37B0-1BC2-8342-A16A-ACD93ED5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748A-8CAD-A140-9647-968D33F8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8BFB-CBE3-AB46-920B-A6F60951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D263-691B-2E42-A080-3558196D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6A17-FED5-AE4F-852A-D855CA07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2D9E-3AE1-E548-B64C-B7AD6B4B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6587-8215-5B48-AF15-064CEF8D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99C3-920E-0847-B786-0681602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A943-68AE-EE46-ABC2-D220E43F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BFFB-CBAE-414E-BCAE-5901BAB5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B958-ECBD-7B4B-821A-890A897D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9798-BCAB-3143-A96A-F638B5C4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7367-EFDF-FD43-A38E-6A82EFA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D827-F70E-AF47-8AA0-3745071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B0B1-2132-1347-ABEB-A5C73230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7E72-BB03-CB4A-A147-574A45A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2A00-AD03-D440-B56F-6F8E06A0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8FB2-1AD2-AF48-8F27-69B0F0FC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75FAA-3916-9944-9183-E1DFBA26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DDDBE-7798-334B-9A4F-4DC351106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E65E4-AF05-AD47-83B3-35E17F918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95997-31B6-4448-8F48-58EBA661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C1960-8B93-C147-A5D4-D4639C1B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6BA70-4CE3-5B48-B1E5-BD724AE3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22F1-C8C0-1A45-86E6-0FE9A22E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CEB26-5A2F-B54F-9892-8C818988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DF213-DE3B-8D43-8680-B7FCAB2A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ED05E-1B7F-8F42-A5A4-19A98F7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DC777-955E-6F46-84F1-BC4533B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B05CA-8EE3-0741-91AD-EB1B1CB1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1011-0104-A44A-A41D-4A0A00AC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4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037-0B61-6548-8B91-7D4661CC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FF44-D1F4-E148-904A-C94B9638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A7603-4BC8-9A4C-A26A-5AFF1B8C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B6C2E-9E73-BC42-A6D4-929CE712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5AC8-65BC-674B-8BE0-E6522AF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215EE-BAE6-3647-9E58-72051D8B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6E39-2DAB-7648-A15B-4E2A13BA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41CB2-72AC-894B-9078-64E717719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1AADD-6479-D54A-801B-32848DC1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04AA1-5984-DC4D-B0A1-9A6BD4EE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BB4F9-118F-5944-A660-280B3C1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5D188-1CEF-9145-A2EC-7D4F4554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4533-32F1-EE4E-B597-7A655803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40136-FC14-7940-BFD6-767D7136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C6B7-BB62-EA49-9B21-9FB7CC0A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0EB1-1FA7-484F-BF7A-9C79589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78BD-22B7-4E41-B49C-EB6132CE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7FDF9-D9B7-6641-BA18-FED07339C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4AC5-F7B8-1542-B570-91A853E7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52A2-5376-574E-8501-D17208C2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8B1E-9894-CB4E-85E6-CCF48E8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CB54-350B-9B4F-BB82-BBA35505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9D5A-ECA8-0941-A646-62E68835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588F-D804-3246-8A31-95951104E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B8AD-8AB8-494C-99DF-C47D2D9C6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E0CB0-1AC3-974E-9A21-8AE6094E656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650D-34F2-3E40-B959-A4676693D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A73A-7604-654F-9274-EBE8F4D3B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6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F7460-EF37-4488-A430-A57C881B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D3612B9-2AF7-4960-9532-90F7DAA0FA26}"/>
              </a:ext>
            </a:extLst>
          </p:cNvPr>
          <p:cNvSpPr txBox="1">
            <a:spLocks/>
          </p:cNvSpPr>
          <p:nvPr/>
        </p:nvSpPr>
        <p:spPr>
          <a:xfrm>
            <a:off x="1269389" y="2766217"/>
            <a:ext cx="6693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6AB057-F877-41D4-BA75-308EEEF2987E}"/>
              </a:ext>
            </a:extLst>
          </p:cNvPr>
          <p:cNvSpPr txBox="1">
            <a:spLocks/>
          </p:cNvSpPr>
          <p:nvPr/>
        </p:nvSpPr>
        <p:spPr>
          <a:xfrm>
            <a:off x="-5402943" y="559453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EEA222-9257-40F0-8ABF-31E4982A0BCF}"/>
              </a:ext>
            </a:extLst>
          </p:cNvPr>
          <p:cNvSpPr txBox="1">
            <a:spLocks/>
          </p:cNvSpPr>
          <p:nvPr/>
        </p:nvSpPr>
        <p:spPr>
          <a:xfrm>
            <a:off x="-7609115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semicolon;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6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24231 1.4814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Introducing P-3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Demonstration</a:t>
            </a:r>
          </a:p>
          <a:p>
            <a:pPr lvl="1"/>
            <a:r>
              <a:rPr lang="en-CA" sz="1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7426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Project: </a:t>
            </a:r>
            <a:r>
              <a:rPr lang="en-CA" sz="2000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Voices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Dev-Team: semi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Presentation Overview: Prototype 1 functionality fixes and the new Prototype 2.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1469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Introducing P-3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fresh new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attendance/sign up functionality added.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New Login Authentication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and more…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6F7818-266A-453C-B9B1-9D2202628C49}"/>
              </a:ext>
            </a:extLst>
          </p:cNvPr>
          <p:cNvSpPr txBox="1">
            <a:spLocks/>
          </p:cNvSpPr>
          <p:nvPr/>
        </p:nvSpPr>
        <p:spPr>
          <a:xfrm>
            <a:off x="-7159171" y="541868"/>
            <a:ext cx="10515600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46D182-5782-4029-84A9-54F7EB7DE0A3}"/>
              </a:ext>
            </a:extLst>
          </p:cNvPr>
          <p:cNvSpPr txBox="1">
            <a:spLocks/>
          </p:cNvSpPr>
          <p:nvPr/>
        </p:nvSpPr>
        <p:spPr>
          <a:xfrm>
            <a:off x="13059229" y="1727201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Client: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Team: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semi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colon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Project Name: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Tomorrows</a:t>
            </a: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Voice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Presentation Overview:</a:t>
            </a:r>
            <a:r>
              <a:rPr lang="en-CA" sz="2000" dirty="0">
                <a:latin typeface="Poppins" pitchFamily="2" charset="77"/>
                <a:ea typeface="Noto Sans SC" panose="020B0200000000000000" pitchFamily="34" charset="-128"/>
                <a:cs typeface="Poppins" pitchFamily="2" charset="77"/>
              </a:rPr>
              <a:t> To optimize and enhance the current Choir Administration and Volunteer Management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itchFamily="2" charset="77"/>
              <a:ea typeface="Noto Sans SC" panose="020B0200000000000000" pitchFamily="34" charset="-128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43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FCB25-76C9-4D3D-AE1F-F72976B0D23C}"/>
              </a:ext>
            </a:extLst>
          </p:cNvPr>
          <p:cNvSpPr txBox="1">
            <a:spLocks/>
          </p:cNvSpPr>
          <p:nvPr/>
        </p:nvSpPr>
        <p:spPr>
          <a:xfrm>
            <a:off x="838200" y="35215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000" dirty="0">
                <a:latin typeface="Poppins" panose="00000500000000000000" pitchFamily="2" charset="0"/>
                <a:cs typeface="Poppins" panose="00000500000000000000" pitchFamily="2" charset="0"/>
              </a:rPr>
              <a:t>Let’s head to the demonstration…</a:t>
            </a:r>
          </a:p>
        </p:txBody>
      </p:sp>
    </p:spTree>
    <p:extLst>
      <p:ext uri="{BB962C8B-B14F-4D97-AF65-F5344CB8AC3E}">
        <p14:creationId xmlns:p14="http://schemas.microsoft.com/office/powerpoint/2010/main" val="92393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45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48148E-6 L -0.1207 0.0002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12669 -0.00023 " pathEditMode="relative" rAng="0" ptsTypes="AA">
                                      <p:cBhvr>
                                        <p:cTn id="11" dur="1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186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Poppins</vt:lpstr>
      <vt:lpstr>Office Theme</vt:lpstr>
      <vt:lpstr>PowerPoint Presentation</vt:lpstr>
      <vt:lpstr>semicolon</vt:lpstr>
      <vt:lpstr>Agenda</vt:lpstr>
      <vt:lpstr>Introduction</vt:lpstr>
      <vt:lpstr>Introducing P-3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Mohammad Yaseen</cp:lastModifiedBy>
  <cp:revision>7</cp:revision>
  <dcterms:created xsi:type="dcterms:W3CDTF">2025-03-03T14:06:33Z</dcterms:created>
  <dcterms:modified xsi:type="dcterms:W3CDTF">2025-03-24T13:28:05Z</dcterms:modified>
</cp:coreProperties>
</file>